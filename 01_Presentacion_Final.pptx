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1" r:id="rId6"/>
    <p:sldId id="264" r:id="rId7"/>
    <p:sldId id="260" r:id="rId8"/>
    <p:sldId id="262" r:id="rId9"/>
    <p:sldId id="263" r:id="rId10"/>
    <p:sldId id="274" r:id="rId11"/>
    <p:sldId id="275" r:id="rId12"/>
    <p:sldId id="276" r:id="rId13"/>
    <p:sldId id="277" r:id="rId14"/>
    <p:sldId id="278" r:id="rId15"/>
    <p:sldId id="279" r:id="rId16"/>
    <p:sldId id="269" r:id="rId17"/>
    <p:sldId id="270" r:id="rId18"/>
    <p:sldId id="265" r:id="rId19"/>
    <p:sldId id="281" r:id="rId20"/>
    <p:sldId id="267" r:id="rId21"/>
    <p:sldId id="280" r:id="rId22"/>
    <p:sldId id="268" r:id="rId23"/>
    <p:sldId id="266" r:id="rId24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2DD8FD-0D08-472D-BCAB-51582A95E9CC}" v="24" dt="2026-07-10T11:44:44.8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91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in perez henriquez" userId="f47f5a15569621fc" providerId="LiveId" clId="{2C45F2C0-930A-449C-84BB-DD803E8A54A5}"/>
    <pc:docChg chg="undo custSel addSld delSld modSld">
      <pc:chgData name="benjamin perez henriquez" userId="f47f5a15569621fc" providerId="LiveId" clId="{2C45F2C0-930A-449C-84BB-DD803E8A54A5}" dt="2026-07-10T11:44:44.881" v="677"/>
      <pc:docMkLst>
        <pc:docMk/>
      </pc:docMkLst>
      <pc:sldChg chg="addSp modSp mod">
        <pc:chgData name="benjamin perez henriquez" userId="f47f5a15569621fc" providerId="LiveId" clId="{2C45F2C0-930A-449C-84BB-DD803E8A54A5}" dt="2026-07-10T10:46:41.059" v="90" actId="22"/>
        <pc:sldMkLst>
          <pc:docMk/>
          <pc:sldMk cId="3964199749" sldId="260"/>
        </pc:sldMkLst>
        <pc:spChg chg="mod">
          <ac:chgData name="benjamin perez henriquez" userId="f47f5a15569621fc" providerId="LiveId" clId="{2C45F2C0-930A-449C-84BB-DD803E8A54A5}" dt="2026-07-10T10:46:40.066" v="89" actId="1076"/>
          <ac:spMkLst>
            <pc:docMk/>
            <pc:sldMk cId="3964199749" sldId="260"/>
            <ac:spMk id="7" creationId="{3A739E92-330D-944C-ED3E-C7F02FA216B3}"/>
          </ac:spMkLst>
        </pc:spChg>
        <pc:graphicFrameChg chg="add">
          <ac:chgData name="benjamin perez henriquez" userId="f47f5a15569621fc" providerId="LiveId" clId="{2C45F2C0-930A-449C-84BB-DD803E8A54A5}" dt="2026-07-10T10:46:41.059" v="90" actId="22"/>
          <ac:graphicFrameMkLst>
            <pc:docMk/>
            <pc:sldMk cId="3964199749" sldId="260"/>
            <ac:graphicFrameMk id="3" creationId="{447F4F04-43D9-BAFE-8897-8192E30CFABD}"/>
          </ac:graphicFrameMkLst>
        </pc:graphicFrameChg>
      </pc:sldChg>
      <pc:sldChg chg="addSp delSp modSp mod">
        <pc:chgData name="benjamin perez henriquez" userId="f47f5a15569621fc" providerId="LiveId" clId="{2C45F2C0-930A-449C-84BB-DD803E8A54A5}" dt="2026-07-10T10:59:11.660" v="95" actId="14100"/>
        <pc:sldMkLst>
          <pc:docMk/>
          <pc:sldMk cId="3324313383" sldId="262"/>
        </pc:sldMkLst>
        <pc:graphicFrameChg chg="del">
          <ac:chgData name="benjamin perez henriquez" userId="f47f5a15569621fc" providerId="LiveId" clId="{2C45F2C0-930A-449C-84BB-DD803E8A54A5}" dt="2026-07-10T10:58:57.786" v="91" actId="478"/>
          <ac:graphicFrameMkLst>
            <pc:docMk/>
            <pc:sldMk cId="3324313383" sldId="262"/>
            <ac:graphicFrameMk id="4" creationId="{7BB5CADE-DDA2-A4F7-629E-7AEEB49F57D7}"/>
          </ac:graphicFrameMkLst>
        </pc:graphicFrameChg>
        <pc:picChg chg="add mod">
          <ac:chgData name="benjamin perez henriquez" userId="f47f5a15569621fc" providerId="LiveId" clId="{2C45F2C0-930A-449C-84BB-DD803E8A54A5}" dt="2026-07-10T10:59:11.660" v="95" actId="14100"/>
          <ac:picMkLst>
            <pc:docMk/>
            <pc:sldMk cId="3324313383" sldId="262"/>
            <ac:picMk id="3" creationId="{8B2F1520-3CC5-4783-FA04-3AF6DD368813}"/>
          </ac:picMkLst>
        </pc:picChg>
      </pc:sldChg>
      <pc:sldChg chg="addSp modSp mod">
        <pc:chgData name="benjamin perez henriquez" userId="f47f5a15569621fc" providerId="LiveId" clId="{2C45F2C0-930A-449C-84BB-DD803E8A54A5}" dt="2026-07-10T11:01:11.841" v="124" actId="20577"/>
        <pc:sldMkLst>
          <pc:docMk/>
          <pc:sldMk cId="1890491460" sldId="263"/>
        </pc:sldMkLst>
        <pc:spChg chg="mod">
          <ac:chgData name="benjamin perez henriquez" userId="f47f5a15569621fc" providerId="LiveId" clId="{2C45F2C0-930A-449C-84BB-DD803E8A54A5}" dt="2026-07-10T11:01:11.841" v="124" actId="20577"/>
          <ac:spMkLst>
            <pc:docMk/>
            <pc:sldMk cId="1890491460" sldId="263"/>
            <ac:spMk id="7" creationId="{3A739E92-330D-944C-ED3E-C7F02FA216B3}"/>
          </ac:spMkLst>
        </pc:spChg>
        <pc:picChg chg="add mod">
          <ac:chgData name="benjamin perez henriquez" userId="f47f5a15569621fc" providerId="LiveId" clId="{2C45F2C0-930A-449C-84BB-DD803E8A54A5}" dt="2026-07-10T11:00:55.616" v="102" actId="1076"/>
          <ac:picMkLst>
            <pc:docMk/>
            <pc:sldMk cId="1890491460" sldId="263"/>
            <ac:picMk id="3" creationId="{12F0FE99-36E2-AED1-2045-0ADD8AE2ACBE}"/>
          </ac:picMkLst>
        </pc:picChg>
      </pc:sldChg>
      <pc:sldChg chg="addSp modSp mod">
        <pc:chgData name="benjamin perez henriquez" userId="f47f5a15569621fc" providerId="LiveId" clId="{2C45F2C0-930A-449C-84BB-DD803E8A54A5}" dt="2026-07-10T10:45:25.905" v="88" actId="5793"/>
        <pc:sldMkLst>
          <pc:docMk/>
          <pc:sldMk cId="3299956469" sldId="264"/>
        </pc:sldMkLst>
        <pc:spChg chg="add">
          <ac:chgData name="benjamin perez henriquez" userId="f47f5a15569621fc" providerId="LiveId" clId="{2C45F2C0-930A-449C-84BB-DD803E8A54A5}" dt="2026-07-10T10:42:28.441" v="3" actId="11529"/>
          <ac:spMkLst>
            <pc:docMk/>
            <pc:sldMk cId="3299956469" sldId="264"/>
            <ac:spMk id="2" creationId="{B22EFCD2-D40C-AF32-0DFD-67095443F080}"/>
          </ac:spMkLst>
        </pc:spChg>
        <pc:spChg chg="add mod">
          <ac:chgData name="benjamin perez henriquez" userId="f47f5a15569621fc" providerId="LiveId" clId="{2C45F2C0-930A-449C-84BB-DD803E8A54A5}" dt="2026-07-10T10:42:44.675" v="8" actId="1076"/>
          <ac:spMkLst>
            <pc:docMk/>
            <pc:sldMk cId="3299956469" sldId="264"/>
            <ac:spMk id="4" creationId="{76B6460A-C719-CEA9-0FF5-03CB631BF6CD}"/>
          </ac:spMkLst>
        </pc:spChg>
        <pc:spChg chg="mod">
          <ac:chgData name="benjamin perez henriquez" userId="f47f5a15569621fc" providerId="LiveId" clId="{2C45F2C0-930A-449C-84BB-DD803E8A54A5}" dt="2026-07-10T10:42:04.478" v="2" actId="1076"/>
          <ac:spMkLst>
            <pc:docMk/>
            <pc:sldMk cId="3299956469" sldId="264"/>
            <ac:spMk id="7" creationId="{3A739E92-330D-944C-ED3E-C7F02FA216B3}"/>
          </ac:spMkLst>
        </pc:spChg>
        <pc:spChg chg="add mod">
          <ac:chgData name="benjamin perez henriquez" userId="f47f5a15569621fc" providerId="LiveId" clId="{2C45F2C0-930A-449C-84BB-DD803E8A54A5}" dt="2026-07-10T10:42:41.375" v="7" actId="1076"/>
          <ac:spMkLst>
            <pc:docMk/>
            <pc:sldMk cId="3299956469" sldId="264"/>
            <ac:spMk id="8" creationId="{804907F3-1486-3083-2AE5-52076A7144AF}"/>
          </ac:spMkLst>
        </pc:spChg>
        <pc:spChg chg="add mod">
          <ac:chgData name="benjamin perez henriquez" userId="f47f5a15569621fc" providerId="LiveId" clId="{2C45F2C0-930A-449C-84BB-DD803E8A54A5}" dt="2026-07-10T10:45:25.905" v="88" actId="5793"/>
          <ac:spMkLst>
            <pc:docMk/>
            <pc:sldMk cId="3299956469" sldId="264"/>
            <ac:spMk id="10" creationId="{B20E05DA-3B62-0131-978C-E99330D7BFFC}"/>
          </ac:spMkLst>
        </pc:spChg>
        <pc:spChg chg="add mod">
          <ac:chgData name="benjamin perez henriquez" userId="f47f5a15569621fc" providerId="LiveId" clId="{2C45F2C0-930A-449C-84BB-DD803E8A54A5}" dt="2026-07-10T10:45:18.525" v="80" actId="5793"/>
          <ac:spMkLst>
            <pc:docMk/>
            <pc:sldMk cId="3299956469" sldId="264"/>
            <ac:spMk id="12" creationId="{7A4C19AE-2DFB-C9A0-58C1-E4D9DF55A3F4}"/>
          </ac:spMkLst>
        </pc:spChg>
        <pc:spChg chg="add mod">
          <ac:chgData name="benjamin perez henriquez" userId="f47f5a15569621fc" providerId="LiveId" clId="{2C45F2C0-930A-449C-84BB-DD803E8A54A5}" dt="2026-07-10T10:45:11.485" v="76" actId="5793"/>
          <ac:spMkLst>
            <pc:docMk/>
            <pc:sldMk cId="3299956469" sldId="264"/>
            <ac:spMk id="14" creationId="{6ACD6FC8-6175-222E-380F-F4D9D864A0D6}"/>
          </ac:spMkLst>
        </pc:spChg>
      </pc:sldChg>
      <pc:sldChg chg="addSp delSp modSp mod delAnim modAnim">
        <pc:chgData name="benjamin perez henriquez" userId="f47f5a15569621fc" providerId="LiveId" clId="{2C45F2C0-930A-449C-84BB-DD803E8A54A5}" dt="2026-07-10T11:36:48.472" v="672" actId="20577"/>
        <pc:sldMkLst>
          <pc:docMk/>
          <pc:sldMk cId="489174681" sldId="265"/>
        </pc:sldMkLst>
        <pc:spChg chg="add mod">
          <ac:chgData name="benjamin perez henriquez" userId="f47f5a15569621fc" providerId="LiveId" clId="{2C45F2C0-930A-449C-84BB-DD803E8A54A5}" dt="2026-07-10T11:36:48.472" v="672" actId="20577"/>
          <ac:spMkLst>
            <pc:docMk/>
            <pc:sldMk cId="489174681" sldId="265"/>
            <ac:spMk id="3" creationId="{ACE17086-89A9-A565-89BA-C636CD769271}"/>
          </ac:spMkLst>
        </pc:spChg>
        <pc:spChg chg="mod">
          <ac:chgData name="benjamin perez henriquez" userId="f47f5a15569621fc" providerId="LiveId" clId="{2C45F2C0-930A-449C-84BB-DD803E8A54A5}" dt="2026-07-10T11:34:08.730" v="559" actId="20577"/>
          <ac:spMkLst>
            <pc:docMk/>
            <pc:sldMk cId="489174681" sldId="265"/>
            <ac:spMk id="4" creationId="{E3B5815F-4341-2A3D-A22D-8F6657D201F3}"/>
          </ac:spMkLst>
        </pc:spChg>
        <pc:picChg chg="add del mod">
          <ac:chgData name="benjamin perez henriquez" userId="f47f5a15569621fc" providerId="LiveId" clId="{2C45F2C0-930A-449C-84BB-DD803E8A54A5}" dt="2026-07-10T11:30:27.463" v="558" actId="478"/>
          <ac:picMkLst>
            <pc:docMk/>
            <pc:sldMk cId="489174681" sldId="265"/>
            <ac:picMk id="2" creationId="{48CF67C0-0931-3483-3CBC-514AF2A85586}"/>
          </ac:picMkLst>
        </pc:picChg>
        <pc:picChg chg="del">
          <ac:chgData name="benjamin perez henriquez" userId="f47f5a15569621fc" providerId="LiveId" clId="{2C45F2C0-930A-449C-84BB-DD803E8A54A5}" dt="2026-07-10T11:29:47.767" v="552" actId="478"/>
          <ac:picMkLst>
            <pc:docMk/>
            <pc:sldMk cId="489174681" sldId="265"/>
            <ac:picMk id="1026" creationId="{DBCE0F62-5978-5D25-A8E3-872B6D0A9912}"/>
          </ac:picMkLst>
        </pc:picChg>
      </pc:sldChg>
      <pc:sldChg chg="addSp modSp mod">
        <pc:chgData name="benjamin perez henriquez" userId="f47f5a15569621fc" providerId="LiveId" clId="{2C45F2C0-930A-449C-84BB-DD803E8A54A5}" dt="2026-07-10T11:17:48.810" v="525" actId="20577"/>
        <pc:sldMkLst>
          <pc:docMk/>
          <pc:sldMk cId="2904893737" sldId="267"/>
        </pc:sldMkLst>
        <pc:spChg chg="mod">
          <ac:chgData name="benjamin perez henriquez" userId="f47f5a15569621fc" providerId="LiveId" clId="{2C45F2C0-930A-449C-84BB-DD803E8A54A5}" dt="2026-07-10T11:17:48.810" v="525" actId="20577"/>
          <ac:spMkLst>
            <pc:docMk/>
            <pc:sldMk cId="2904893737" sldId="267"/>
            <ac:spMk id="4" creationId="{E3B5815F-4341-2A3D-A22D-8F6657D201F3}"/>
          </ac:spMkLst>
        </pc:spChg>
        <pc:picChg chg="add">
          <ac:chgData name="benjamin perez henriquez" userId="f47f5a15569621fc" providerId="LiveId" clId="{2C45F2C0-930A-449C-84BB-DD803E8A54A5}" dt="2026-07-10T11:17:26.876" v="523" actId="22"/>
          <ac:picMkLst>
            <pc:docMk/>
            <pc:sldMk cId="2904893737" sldId="267"/>
            <ac:picMk id="3" creationId="{F4AF9C24-09F2-4F5D-678D-25198C27B814}"/>
          </ac:picMkLst>
        </pc:picChg>
      </pc:sldChg>
      <pc:sldChg chg="addSp delSp modSp mod">
        <pc:chgData name="benjamin perez henriquez" userId="f47f5a15569621fc" providerId="LiveId" clId="{2C45F2C0-930A-449C-84BB-DD803E8A54A5}" dt="2026-07-10T11:20:51.194" v="546" actId="1076"/>
        <pc:sldMkLst>
          <pc:docMk/>
          <pc:sldMk cId="1266268508" sldId="268"/>
        </pc:sldMkLst>
        <pc:spChg chg="mod">
          <ac:chgData name="benjamin perez henriquez" userId="f47f5a15569621fc" providerId="LiveId" clId="{2C45F2C0-930A-449C-84BB-DD803E8A54A5}" dt="2026-07-10T11:15:34.552" v="522" actId="1076"/>
          <ac:spMkLst>
            <pc:docMk/>
            <pc:sldMk cId="1266268508" sldId="268"/>
            <ac:spMk id="4" creationId="{E3B5815F-4341-2A3D-A22D-8F6657D201F3}"/>
          </ac:spMkLst>
        </pc:spChg>
        <pc:spChg chg="add del">
          <ac:chgData name="benjamin perez henriquez" userId="f47f5a15569621fc" providerId="LiveId" clId="{2C45F2C0-930A-449C-84BB-DD803E8A54A5}" dt="2026-07-10T11:20:08.838" v="534" actId="22"/>
          <ac:spMkLst>
            <pc:docMk/>
            <pc:sldMk cId="1266268508" sldId="268"/>
            <ac:spMk id="6" creationId="{1457F07C-E0D6-F362-8521-6BABAAB29A06}"/>
          </ac:spMkLst>
        </pc:spChg>
        <pc:spChg chg="add mod">
          <ac:chgData name="benjamin perez henriquez" userId="f47f5a15569621fc" providerId="LiveId" clId="{2C45F2C0-930A-449C-84BB-DD803E8A54A5}" dt="2026-07-10T11:20:18.070" v="536" actId="1076"/>
          <ac:spMkLst>
            <pc:docMk/>
            <pc:sldMk cId="1266268508" sldId="268"/>
            <ac:spMk id="8" creationId="{B2DFEF47-454A-70BB-32F0-5B762024CA91}"/>
          </ac:spMkLst>
        </pc:spChg>
        <pc:spChg chg="add mod">
          <ac:chgData name="benjamin perez henriquez" userId="f47f5a15569621fc" providerId="LiveId" clId="{2C45F2C0-930A-449C-84BB-DD803E8A54A5}" dt="2026-07-10T11:20:25.726" v="538" actId="1076"/>
          <ac:spMkLst>
            <pc:docMk/>
            <pc:sldMk cId="1266268508" sldId="268"/>
            <ac:spMk id="10" creationId="{E306AA33-BB67-DE1F-0E58-5531CD5A77FB}"/>
          </ac:spMkLst>
        </pc:spChg>
        <pc:spChg chg="add mod">
          <ac:chgData name="benjamin perez henriquez" userId="f47f5a15569621fc" providerId="LiveId" clId="{2C45F2C0-930A-449C-84BB-DD803E8A54A5}" dt="2026-07-10T11:20:31.802" v="540" actId="1076"/>
          <ac:spMkLst>
            <pc:docMk/>
            <pc:sldMk cId="1266268508" sldId="268"/>
            <ac:spMk id="12" creationId="{D51AF9B0-0AA9-0D88-D5F8-A7CF7DD6F622}"/>
          </ac:spMkLst>
        </pc:spChg>
        <pc:spChg chg="add mod">
          <ac:chgData name="benjamin perez henriquez" userId="f47f5a15569621fc" providerId="LiveId" clId="{2C45F2C0-930A-449C-84BB-DD803E8A54A5}" dt="2026-07-10T11:20:38.186" v="542" actId="1076"/>
          <ac:spMkLst>
            <pc:docMk/>
            <pc:sldMk cId="1266268508" sldId="268"/>
            <ac:spMk id="14" creationId="{75D56F2C-893F-BEE7-2872-888B8B4140DE}"/>
          </ac:spMkLst>
        </pc:spChg>
        <pc:spChg chg="add mod">
          <ac:chgData name="benjamin perez henriquez" userId="f47f5a15569621fc" providerId="LiveId" clId="{2C45F2C0-930A-449C-84BB-DD803E8A54A5}" dt="2026-07-10T11:20:44.306" v="544" actId="1076"/>
          <ac:spMkLst>
            <pc:docMk/>
            <pc:sldMk cId="1266268508" sldId="268"/>
            <ac:spMk id="16" creationId="{E125A335-6931-5794-2197-5697A4C0D09E}"/>
          </ac:spMkLst>
        </pc:spChg>
        <pc:spChg chg="add mod">
          <ac:chgData name="benjamin perez henriquez" userId="f47f5a15569621fc" providerId="LiveId" clId="{2C45F2C0-930A-449C-84BB-DD803E8A54A5}" dt="2026-07-10T11:20:51.194" v="546" actId="1076"/>
          <ac:spMkLst>
            <pc:docMk/>
            <pc:sldMk cId="1266268508" sldId="268"/>
            <ac:spMk id="18" creationId="{21C445C5-03CC-D099-CBDF-BAB4E99F3467}"/>
          </ac:spMkLst>
        </pc:spChg>
        <pc:graphicFrameChg chg="add mod">
          <ac:chgData name="benjamin perez henriquez" userId="f47f5a15569621fc" providerId="LiveId" clId="{2C45F2C0-930A-449C-84BB-DD803E8A54A5}" dt="2026-07-10T11:19:57.626" v="532" actId="1076"/>
          <ac:graphicFrameMkLst>
            <pc:docMk/>
            <pc:sldMk cId="1266268508" sldId="268"/>
            <ac:graphicFrameMk id="3" creationId="{8A258FC6-4877-5070-75DE-265D49897A9F}"/>
          </ac:graphicFrameMkLst>
        </pc:graphicFrameChg>
      </pc:sldChg>
      <pc:sldChg chg="addSp modSp mod">
        <pc:chgData name="benjamin perez henriquez" userId="f47f5a15569621fc" providerId="LiveId" clId="{2C45F2C0-930A-449C-84BB-DD803E8A54A5}" dt="2026-07-10T11:12:20.407" v="514"/>
        <pc:sldMkLst>
          <pc:docMk/>
          <pc:sldMk cId="2752457618" sldId="269"/>
        </pc:sldMkLst>
        <pc:spChg chg="add mod">
          <ac:chgData name="benjamin perez henriquez" userId="f47f5a15569621fc" providerId="LiveId" clId="{2C45F2C0-930A-449C-84BB-DD803E8A54A5}" dt="2026-07-10T11:11:02.536" v="389"/>
          <ac:spMkLst>
            <pc:docMk/>
            <pc:sldMk cId="2752457618" sldId="269"/>
            <ac:spMk id="2" creationId="{5F41FF91-A9C0-7405-ECF9-CDC3E44F653E}"/>
          </ac:spMkLst>
        </pc:spChg>
        <pc:spChg chg="add mod">
          <ac:chgData name="benjamin perez henriquez" userId="f47f5a15569621fc" providerId="LiveId" clId="{2C45F2C0-930A-449C-84BB-DD803E8A54A5}" dt="2026-07-10T11:12:20.407" v="514"/>
          <ac:spMkLst>
            <pc:docMk/>
            <pc:sldMk cId="2752457618" sldId="269"/>
            <ac:spMk id="3" creationId="{E1FFBB80-456A-D0DD-0B4F-ACD6EFF2842A}"/>
          </ac:spMkLst>
        </pc:spChg>
      </pc:sldChg>
      <pc:sldChg chg="addSp delSp modSp mod">
        <pc:chgData name="benjamin perez henriquez" userId="f47f5a15569621fc" providerId="LiveId" clId="{2C45F2C0-930A-449C-84BB-DD803E8A54A5}" dt="2026-07-10T11:13:20.831" v="520" actId="22"/>
        <pc:sldMkLst>
          <pc:docMk/>
          <pc:sldMk cId="3405368746" sldId="270"/>
        </pc:sldMkLst>
        <pc:spChg chg="add del">
          <ac:chgData name="benjamin perez henriquez" userId="f47f5a15569621fc" providerId="LiveId" clId="{2C45F2C0-930A-449C-84BB-DD803E8A54A5}" dt="2026-07-10T11:12:49.466" v="516" actId="22"/>
          <ac:spMkLst>
            <pc:docMk/>
            <pc:sldMk cId="3405368746" sldId="270"/>
            <ac:spMk id="3" creationId="{A1EF9645-4D94-452A-F737-9E6633FA0C23}"/>
          </ac:spMkLst>
        </pc:spChg>
        <pc:spChg chg="mod">
          <ac:chgData name="benjamin perez henriquez" userId="f47f5a15569621fc" providerId="LiveId" clId="{2C45F2C0-930A-449C-84BB-DD803E8A54A5}" dt="2026-07-10T11:13:19.536" v="519" actId="1076"/>
          <ac:spMkLst>
            <pc:docMk/>
            <pc:sldMk cId="3405368746" sldId="270"/>
            <ac:spMk id="7" creationId="{3A739E92-330D-944C-ED3E-C7F02FA216B3}"/>
          </ac:spMkLst>
        </pc:spChg>
        <pc:graphicFrameChg chg="add del">
          <ac:chgData name="benjamin perez henriquez" userId="f47f5a15569621fc" providerId="LiveId" clId="{2C45F2C0-930A-449C-84BB-DD803E8A54A5}" dt="2026-07-10T11:13:14.816" v="518" actId="22"/>
          <ac:graphicFrameMkLst>
            <pc:docMk/>
            <pc:sldMk cId="3405368746" sldId="270"/>
            <ac:graphicFrameMk id="5" creationId="{E7A59414-7EF4-6375-B5AF-963E64FCABA0}"/>
          </ac:graphicFrameMkLst>
        </pc:graphicFrameChg>
        <pc:graphicFrameChg chg="add">
          <ac:chgData name="benjamin perez henriquez" userId="f47f5a15569621fc" providerId="LiveId" clId="{2C45F2C0-930A-449C-84BB-DD803E8A54A5}" dt="2026-07-10T11:13:20.831" v="520" actId="22"/>
          <ac:graphicFrameMkLst>
            <pc:docMk/>
            <pc:sldMk cId="3405368746" sldId="270"/>
            <ac:graphicFrameMk id="10" creationId="{12B5410A-EFF9-6BD1-31A3-2A9177BE1814}"/>
          </ac:graphicFrameMkLst>
        </pc:graphicFrameChg>
      </pc:sldChg>
      <pc:sldChg chg="modSp mod">
        <pc:chgData name="benjamin perez henriquez" userId="f47f5a15569621fc" providerId="LiveId" clId="{2C45F2C0-930A-449C-84BB-DD803E8A54A5}" dt="2026-07-10T10:41:33.075" v="1" actId="20577"/>
        <pc:sldMkLst>
          <pc:docMk/>
          <pc:sldMk cId="442509287" sldId="271"/>
        </pc:sldMkLst>
        <pc:spChg chg="mod">
          <ac:chgData name="benjamin perez henriquez" userId="f47f5a15569621fc" providerId="LiveId" clId="{2C45F2C0-930A-449C-84BB-DD803E8A54A5}" dt="2026-07-10T10:41:33.075" v="1" actId="20577"/>
          <ac:spMkLst>
            <pc:docMk/>
            <pc:sldMk cId="442509287" sldId="271"/>
            <ac:spMk id="5" creationId="{9AD3E429-D786-FA4F-7F26-E1CC5F4BF632}"/>
          </ac:spMkLst>
        </pc:spChg>
      </pc:sldChg>
      <pc:sldChg chg="add del">
        <pc:chgData name="benjamin perez henriquez" userId="f47f5a15569621fc" providerId="LiveId" clId="{2C45F2C0-930A-449C-84BB-DD803E8A54A5}" dt="2026-07-10T11:07:03.966" v="281" actId="47"/>
        <pc:sldMkLst>
          <pc:docMk/>
          <pc:sldMk cId="2231384677" sldId="272"/>
        </pc:sldMkLst>
      </pc:sldChg>
      <pc:sldChg chg="add del">
        <pc:chgData name="benjamin perez henriquez" userId="f47f5a15569621fc" providerId="LiveId" clId="{2C45F2C0-930A-449C-84BB-DD803E8A54A5}" dt="2026-07-10T11:05:02.928" v="235" actId="2696"/>
        <pc:sldMkLst>
          <pc:docMk/>
          <pc:sldMk cId="1846454278" sldId="273"/>
        </pc:sldMkLst>
      </pc:sldChg>
      <pc:sldChg chg="addSp delSp modSp add mod">
        <pc:chgData name="benjamin perez henriquez" userId="f47f5a15569621fc" providerId="LiveId" clId="{2C45F2C0-930A-449C-84BB-DD803E8A54A5}" dt="2026-07-10T11:01:38.356" v="153" actId="1076"/>
        <pc:sldMkLst>
          <pc:docMk/>
          <pc:sldMk cId="729994161" sldId="274"/>
        </pc:sldMkLst>
        <pc:spChg chg="mod">
          <ac:chgData name="benjamin perez henriquez" userId="f47f5a15569621fc" providerId="LiveId" clId="{2C45F2C0-930A-449C-84BB-DD803E8A54A5}" dt="2026-07-10T11:01:21.496" v="150" actId="20577"/>
          <ac:spMkLst>
            <pc:docMk/>
            <pc:sldMk cId="729994161" sldId="274"/>
            <ac:spMk id="7" creationId="{0FF4F5B6-5BCC-FFF2-F03B-000979B2AF95}"/>
          </ac:spMkLst>
        </pc:spChg>
        <pc:picChg chg="del">
          <ac:chgData name="benjamin perez henriquez" userId="f47f5a15569621fc" providerId="LiveId" clId="{2C45F2C0-930A-449C-84BB-DD803E8A54A5}" dt="2026-07-10T11:01:24.987" v="151" actId="478"/>
          <ac:picMkLst>
            <pc:docMk/>
            <pc:sldMk cId="729994161" sldId="274"/>
            <ac:picMk id="3" creationId="{10A5AE29-E6B7-C0BA-7010-B7060E493355}"/>
          </ac:picMkLst>
        </pc:picChg>
        <pc:picChg chg="add mod">
          <ac:chgData name="benjamin perez henriquez" userId="f47f5a15569621fc" providerId="LiveId" clId="{2C45F2C0-930A-449C-84BB-DD803E8A54A5}" dt="2026-07-10T11:01:38.356" v="153" actId="1076"/>
          <ac:picMkLst>
            <pc:docMk/>
            <pc:sldMk cId="729994161" sldId="274"/>
            <ac:picMk id="4" creationId="{25C6D5DB-7723-5CC8-01D0-1C1E4CCF87E1}"/>
          </ac:picMkLst>
        </pc:picChg>
      </pc:sldChg>
      <pc:sldChg chg="addSp delSp modSp add mod">
        <pc:chgData name="benjamin perez henriquez" userId="f47f5a15569621fc" providerId="LiveId" clId="{2C45F2C0-930A-449C-84BB-DD803E8A54A5}" dt="2026-07-10T11:02:37.456" v="160" actId="1076"/>
        <pc:sldMkLst>
          <pc:docMk/>
          <pc:sldMk cId="1377843516" sldId="275"/>
        </pc:sldMkLst>
        <pc:spChg chg="mod">
          <ac:chgData name="benjamin perez henriquez" userId="f47f5a15569621fc" providerId="LiveId" clId="{2C45F2C0-930A-449C-84BB-DD803E8A54A5}" dt="2026-07-10T11:01:59.738" v="155"/>
          <ac:spMkLst>
            <pc:docMk/>
            <pc:sldMk cId="1377843516" sldId="275"/>
            <ac:spMk id="7" creationId="{1066F22D-CE4B-8169-0EBF-4B6C2299EC43}"/>
          </ac:spMkLst>
        </pc:spChg>
        <pc:picChg chg="add mod">
          <ac:chgData name="benjamin perez henriquez" userId="f47f5a15569621fc" providerId="LiveId" clId="{2C45F2C0-930A-449C-84BB-DD803E8A54A5}" dt="2026-07-10T11:02:37.456" v="160" actId="1076"/>
          <ac:picMkLst>
            <pc:docMk/>
            <pc:sldMk cId="1377843516" sldId="275"/>
            <ac:picMk id="3" creationId="{BEB4C24F-6B31-B1FB-3248-AC6E05AE7201}"/>
          </ac:picMkLst>
        </pc:picChg>
        <pc:picChg chg="del">
          <ac:chgData name="benjamin perez henriquez" userId="f47f5a15569621fc" providerId="LiveId" clId="{2C45F2C0-930A-449C-84BB-DD803E8A54A5}" dt="2026-07-10T11:02:02" v="156" actId="478"/>
          <ac:picMkLst>
            <pc:docMk/>
            <pc:sldMk cId="1377843516" sldId="275"/>
            <ac:picMk id="4" creationId="{C212048D-E589-2EB7-7B08-5F1710FAB381}"/>
          </ac:picMkLst>
        </pc:picChg>
      </pc:sldChg>
      <pc:sldChg chg="addSp delSp modSp add mod">
        <pc:chgData name="benjamin perez henriquez" userId="f47f5a15569621fc" providerId="LiveId" clId="{2C45F2C0-930A-449C-84BB-DD803E8A54A5}" dt="2026-07-10T11:04:31.156" v="231" actId="20577"/>
        <pc:sldMkLst>
          <pc:docMk/>
          <pc:sldMk cId="1161544395" sldId="276"/>
        </pc:sldMkLst>
        <pc:spChg chg="mod">
          <ac:chgData name="benjamin perez henriquez" userId="f47f5a15569621fc" providerId="LiveId" clId="{2C45F2C0-930A-449C-84BB-DD803E8A54A5}" dt="2026-07-10T11:04:31.156" v="231" actId="20577"/>
          <ac:spMkLst>
            <pc:docMk/>
            <pc:sldMk cId="1161544395" sldId="276"/>
            <ac:spMk id="7" creationId="{B7522184-FE1F-9CCA-4EC3-8BF0F949277D}"/>
          </ac:spMkLst>
        </pc:spChg>
        <pc:picChg chg="del">
          <ac:chgData name="benjamin perez henriquez" userId="f47f5a15569621fc" providerId="LiveId" clId="{2C45F2C0-930A-449C-84BB-DD803E8A54A5}" dt="2026-07-10T11:03:13.056" v="185" actId="478"/>
          <ac:picMkLst>
            <pc:docMk/>
            <pc:sldMk cId="1161544395" sldId="276"/>
            <ac:picMk id="3" creationId="{2F685D3C-FD1F-22C7-035E-C9B2D14D8C00}"/>
          </ac:picMkLst>
        </pc:picChg>
        <pc:picChg chg="add mod">
          <ac:chgData name="benjamin perez henriquez" userId="f47f5a15569621fc" providerId="LiveId" clId="{2C45F2C0-930A-449C-84BB-DD803E8A54A5}" dt="2026-07-10T11:04:00.193" v="189" actId="1076"/>
          <ac:picMkLst>
            <pc:docMk/>
            <pc:sldMk cId="1161544395" sldId="276"/>
            <ac:picMk id="4" creationId="{430CF63D-739A-7D4C-9857-F6F2F9A41BAF}"/>
          </ac:picMkLst>
        </pc:picChg>
      </pc:sldChg>
      <pc:sldChg chg="addSp delSp modSp add mod">
        <pc:chgData name="benjamin perez henriquez" userId="f47f5a15569621fc" providerId="LiveId" clId="{2C45F2C0-930A-449C-84BB-DD803E8A54A5}" dt="2026-07-10T11:04:50.936" v="234" actId="1076"/>
        <pc:sldMkLst>
          <pc:docMk/>
          <pc:sldMk cId="742467593" sldId="277"/>
        </pc:sldMkLst>
        <pc:spChg chg="mod">
          <ac:chgData name="benjamin perez henriquez" userId="f47f5a15569621fc" providerId="LiveId" clId="{2C45F2C0-930A-449C-84BB-DD803E8A54A5}" dt="2026-07-10T11:04:22.736" v="221" actId="20577"/>
          <ac:spMkLst>
            <pc:docMk/>
            <pc:sldMk cId="742467593" sldId="277"/>
            <ac:spMk id="7" creationId="{E452C70A-EA12-50FC-6984-344D018D8E28}"/>
          </ac:spMkLst>
        </pc:spChg>
        <pc:picChg chg="add mod">
          <ac:chgData name="benjamin perez henriquez" userId="f47f5a15569621fc" providerId="LiveId" clId="{2C45F2C0-930A-449C-84BB-DD803E8A54A5}" dt="2026-07-10T11:04:50.936" v="234" actId="1076"/>
          <ac:picMkLst>
            <pc:docMk/>
            <pc:sldMk cId="742467593" sldId="277"/>
            <ac:picMk id="3" creationId="{FCE84C4B-105D-804C-0F23-2F7BB43F7FBD}"/>
          </ac:picMkLst>
        </pc:picChg>
        <pc:picChg chg="del">
          <ac:chgData name="benjamin perez henriquez" userId="f47f5a15569621fc" providerId="LiveId" clId="{2C45F2C0-930A-449C-84BB-DD803E8A54A5}" dt="2026-07-10T11:04:36.747" v="232" actId="478"/>
          <ac:picMkLst>
            <pc:docMk/>
            <pc:sldMk cId="742467593" sldId="277"/>
            <ac:picMk id="4" creationId="{E431E8DD-D3A3-7276-9562-9A7E8D50C573}"/>
          </ac:picMkLst>
        </pc:picChg>
      </pc:sldChg>
      <pc:sldChg chg="addSp delSp modSp add mod">
        <pc:chgData name="benjamin perez henriquez" userId="f47f5a15569621fc" providerId="LiveId" clId="{2C45F2C0-930A-449C-84BB-DD803E8A54A5}" dt="2026-07-10T11:05:44.666" v="242" actId="14100"/>
        <pc:sldMkLst>
          <pc:docMk/>
          <pc:sldMk cId="1183481526" sldId="278"/>
        </pc:sldMkLst>
        <pc:spChg chg="mod">
          <ac:chgData name="benjamin perez henriquez" userId="f47f5a15569621fc" providerId="LiveId" clId="{2C45F2C0-930A-449C-84BB-DD803E8A54A5}" dt="2026-07-10T11:05:29.591" v="237"/>
          <ac:spMkLst>
            <pc:docMk/>
            <pc:sldMk cId="1183481526" sldId="278"/>
            <ac:spMk id="7" creationId="{BA9C7D68-1151-AE02-03F2-762DE2E1012F}"/>
          </ac:spMkLst>
        </pc:spChg>
        <pc:picChg chg="del mod">
          <ac:chgData name="benjamin perez henriquez" userId="f47f5a15569621fc" providerId="LiveId" clId="{2C45F2C0-930A-449C-84BB-DD803E8A54A5}" dt="2026-07-10T11:05:31.156" v="239" actId="478"/>
          <ac:picMkLst>
            <pc:docMk/>
            <pc:sldMk cId="1183481526" sldId="278"/>
            <ac:picMk id="3" creationId="{9B5F809C-0E28-311E-513C-749173ED605A}"/>
          </ac:picMkLst>
        </pc:picChg>
        <pc:picChg chg="add mod">
          <ac:chgData name="benjamin perez henriquez" userId="f47f5a15569621fc" providerId="LiveId" clId="{2C45F2C0-930A-449C-84BB-DD803E8A54A5}" dt="2026-07-10T11:05:44.666" v="242" actId="14100"/>
          <ac:picMkLst>
            <pc:docMk/>
            <pc:sldMk cId="1183481526" sldId="278"/>
            <ac:picMk id="4" creationId="{186863E4-737C-48B8-F5DF-A12814CAC069}"/>
          </ac:picMkLst>
        </pc:picChg>
      </pc:sldChg>
      <pc:sldChg chg="addSp delSp modSp add mod">
        <pc:chgData name="benjamin perez henriquez" userId="f47f5a15569621fc" providerId="LiveId" clId="{2C45F2C0-930A-449C-84BB-DD803E8A54A5}" dt="2026-07-10T11:06:57.647" v="280" actId="1076"/>
        <pc:sldMkLst>
          <pc:docMk/>
          <pc:sldMk cId="4083508500" sldId="279"/>
        </pc:sldMkLst>
        <pc:spChg chg="mod">
          <ac:chgData name="benjamin perez henriquez" userId="f47f5a15569621fc" providerId="LiveId" clId="{2C45F2C0-930A-449C-84BB-DD803E8A54A5}" dt="2026-07-10T11:06:44.017" v="277" actId="313"/>
          <ac:spMkLst>
            <pc:docMk/>
            <pc:sldMk cId="4083508500" sldId="279"/>
            <ac:spMk id="7" creationId="{DD7D54BD-ABD8-CF77-CCEB-2021F8C65378}"/>
          </ac:spMkLst>
        </pc:spChg>
        <pc:picChg chg="add mod">
          <ac:chgData name="benjamin perez henriquez" userId="f47f5a15569621fc" providerId="LiveId" clId="{2C45F2C0-930A-449C-84BB-DD803E8A54A5}" dt="2026-07-10T11:06:57.647" v="280" actId="1076"/>
          <ac:picMkLst>
            <pc:docMk/>
            <pc:sldMk cId="4083508500" sldId="279"/>
            <ac:picMk id="3" creationId="{C1C74778-7080-13EA-9A8F-23F045696425}"/>
          </ac:picMkLst>
        </pc:picChg>
        <pc:picChg chg="del">
          <ac:chgData name="benjamin perez henriquez" userId="f47f5a15569621fc" providerId="LiveId" clId="{2C45F2C0-930A-449C-84BB-DD803E8A54A5}" dt="2026-07-10T11:06:41.136" v="276" actId="478"/>
          <ac:picMkLst>
            <pc:docMk/>
            <pc:sldMk cId="4083508500" sldId="279"/>
            <ac:picMk id="4" creationId="{1C8F8E43-062E-AEEC-AB0E-862B5A7C3025}"/>
          </ac:picMkLst>
        </pc:picChg>
      </pc:sldChg>
      <pc:sldChg chg="addSp delSp add mod">
        <pc:chgData name="benjamin perez henriquez" userId="f47f5a15569621fc" providerId="LiveId" clId="{2C45F2C0-930A-449C-84BB-DD803E8A54A5}" dt="2026-07-10T11:19:01.530" v="530" actId="22"/>
        <pc:sldMkLst>
          <pc:docMk/>
          <pc:sldMk cId="906863069" sldId="280"/>
        </pc:sldMkLst>
        <pc:picChg chg="del">
          <ac:chgData name="benjamin perez henriquez" userId="f47f5a15569621fc" providerId="LiveId" clId="{2C45F2C0-930A-449C-84BB-DD803E8A54A5}" dt="2026-07-10T11:17:58.721" v="527" actId="478"/>
          <ac:picMkLst>
            <pc:docMk/>
            <pc:sldMk cId="906863069" sldId="280"/>
            <ac:picMk id="3" creationId="{8C6E2B18-5813-58E5-C9BA-4B54490FE516}"/>
          </ac:picMkLst>
        </pc:picChg>
        <pc:picChg chg="add del">
          <ac:chgData name="benjamin perez henriquez" userId="f47f5a15569621fc" providerId="LiveId" clId="{2C45F2C0-930A-449C-84BB-DD803E8A54A5}" dt="2026-07-10T11:18:33.516" v="529" actId="478"/>
          <ac:picMkLst>
            <pc:docMk/>
            <pc:sldMk cId="906863069" sldId="280"/>
            <ac:picMk id="5" creationId="{9A51625A-7113-EFD0-4317-35138BB67BF0}"/>
          </ac:picMkLst>
        </pc:picChg>
        <pc:picChg chg="add">
          <ac:chgData name="benjamin perez henriquez" userId="f47f5a15569621fc" providerId="LiveId" clId="{2C45F2C0-930A-449C-84BB-DD803E8A54A5}" dt="2026-07-10T11:19:01.530" v="530" actId="22"/>
          <ac:picMkLst>
            <pc:docMk/>
            <pc:sldMk cId="906863069" sldId="280"/>
            <ac:picMk id="7" creationId="{2E49F34A-7E27-ED58-7FAC-02FDBDF6A090}"/>
          </ac:picMkLst>
        </pc:picChg>
      </pc:sldChg>
      <pc:sldChg chg="addSp delSp modSp add mod addAnim delAnim">
        <pc:chgData name="benjamin perez henriquez" userId="f47f5a15569621fc" providerId="LiveId" clId="{2C45F2C0-930A-449C-84BB-DD803E8A54A5}" dt="2026-07-10T11:44:44.881" v="677"/>
        <pc:sldMkLst>
          <pc:docMk/>
          <pc:sldMk cId="44538678" sldId="281"/>
        </pc:sldMkLst>
        <pc:spChg chg="add mod">
          <ac:chgData name="benjamin perez henriquez" userId="f47f5a15569621fc" providerId="LiveId" clId="{2C45F2C0-930A-449C-84BB-DD803E8A54A5}" dt="2026-07-10T11:44:44.881" v="677"/>
          <ac:spMkLst>
            <pc:docMk/>
            <pc:sldMk cId="44538678" sldId="281"/>
            <ac:spMk id="2" creationId="{7E696FB5-A759-A7DF-1BA9-5A7DC73252F4}"/>
          </ac:spMkLst>
        </pc:spChg>
        <pc:spChg chg="mod">
          <ac:chgData name="benjamin perez henriquez" userId="f47f5a15569621fc" providerId="LiveId" clId="{2C45F2C0-930A-449C-84BB-DD803E8A54A5}" dt="2026-07-10T11:36:55.540" v="673" actId="20577"/>
          <ac:spMkLst>
            <pc:docMk/>
            <pc:sldMk cId="44538678" sldId="281"/>
            <ac:spMk id="4" creationId="{E3B5815F-4341-2A3D-A22D-8F6657D201F3}"/>
          </ac:spMkLst>
        </pc:spChg>
        <pc:picChg chg="add del mod">
          <ac:chgData name="benjamin perez henriquez" userId="f47f5a15569621fc" providerId="LiveId" clId="{2C45F2C0-930A-449C-84BB-DD803E8A54A5}" dt="2026-07-10T11:42:23.256" v="675" actId="478"/>
          <ac:picMkLst>
            <pc:docMk/>
            <pc:sldMk cId="44538678" sldId="281"/>
            <ac:picMk id="2" creationId="{48CF67C0-0931-3483-3CBC-514AF2A85586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E45140C-C326-4DAA-A267-498AD5117D68}" type="doc">
      <dgm:prSet loTypeId="urn:microsoft.com/office/officeart/2005/8/layout/vList4" loCatId="picture" qsTypeId="urn:microsoft.com/office/officeart/2005/8/quickstyle/simple5" qsCatId="simple" csTypeId="urn:microsoft.com/office/officeart/2005/8/colors/accent5_2" csCatId="accent5" phldr="1"/>
      <dgm:spPr/>
      <dgm:t>
        <a:bodyPr/>
        <a:lstStyle/>
        <a:p>
          <a:endParaRPr lang="es-CL"/>
        </a:p>
      </dgm:t>
    </dgm:pt>
    <dgm:pt modelId="{78BFB295-8F5D-4286-B72B-79142F8F0E13}">
      <dgm:prSet phldrT="[Texto]" custT="1"/>
      <dgm:spPr/>
      <dgm:t>
        <a:bodyPr/>
        <a:lstStyle/>
        <a:p>
          <a:r>
            <a:rPr lang="es-MX" sz="3200" dirty="0"/>
            <a:t>Benjamin Pérez</a:t>
          </a:r>
          <a:endParaRPr lang="es-CL" sz="3200" dirty="0"/>
        </a:p>
      </dgm:t>
    </dgm:pt>
    <dgm:pt modelId="{F1885FAB-61EC-4F80-98D0-72360031AF9F}" type="parTrans" cxnId="{2AD07198-D472-4B98-B6D5-5A730374E9A2}">
      <dgm:prSet/>
      <dgm:spPr/>
      <dgm:t>
        <a:bodyPr/>
        <a:lstStyle/>
        <a:p>
          <a:endParaRPr lang="es-CL"/>
        </a:p>
      </dgm:t>
    </dgm:pt>
    <dgm:pt modelId="{E88D0928-51D4-4670-8963-60ABBB193E13}" type="sibTrans" cxnId="{2AD07198-D472-4B98-B6D5-5A730374E9A2}">
      <dgm:prSet/>
      <dgm:spPr/>
      <dgm:t>
        <a:bodyPr/>
        <a:lstStyle/>
        <a:p>
          <a:endParaRPr lang="es-CL"/>
        </a:p>
      </dgm:t>
    </dgm:pt>
    <dgm:pt modelId="{D868444B-AE34-4422-A6A5-1F7D392D0C20}">
      <dgm:prSet phldrT="[Texto]" custT="1"/>
      <dgm:spPr/>
      <dgm:t>
        <a:bodyPr/>
        <a:lstStyle/>
        <a:p>
          <a:r>
            <a:rPr lang="es-CL" sz="2000" u="sng" dirty="0"/>
            <a:t>Rol principal:</a:t>
          </a:r>
        </a:p>
      </dgm:t>
    </dgm:pt>
    <dgm:pt modelId="{7DB88D83-6C3A-48C1-8CAD-0D11C3BEC35C}" type="parTrans" cxnId="{484B8A37-0122-4FF5-93D2-4A15DF521A17}">
      <dgm:prSet/>
      <dgm:spPr/>
      <dgm:t>
        <a:bodyPr/>
        <a:lstStyle/>
        <a:p>
          <a:endParaRPr lang="es-CL"/>
        </a:p>
      </dgm:t>
    </dgm:pt>
    <dgm:pt modelId="{74B9B1A5-94EB-40A9-BFF2-678501068FB8}" type="sibTrans" cxnId="{484B8A37-0122-4FF5-93D2-4A15DF521A17}">
      <dgm:prSet/>
      <dgm:spPr/>
      <dgm:t>
        <a:bodyPr/>
        <a:lstStyle/>
        <a:p>
          <a:endParaRPr lang="es-CL"/>
        </a:p>
      </dgm:t>
    </dgm:pt>
    <dgm:pt modelId="{2E221207-005F-49CB-81E1-6D036D64322B}">
      <dgm:prSet phldrT="[Texto]" custT="1"/>
      <dgm:spPr/>
      <dgm:t>
        <a:bodyPr/>
        <a:lstStyle/>
        <a:p>
          <a:r>
            <a:rPr lang="es-MX" sz="1800" u="sng" dirty="0"/>
            <a:t>Funciones desempeñadas</a:t>
          </a:r>
          <a:endParaRPr lang="es-CL" sz="1800" u="sng" dirty="0"/>
        </a:p>
      </dgm:t>
    </dgm:pt>
    <dgm:pt modelId="{3728DB5E-E904-481D-A1E5-49CF4AFFC0D3}" type="sibTrans" cxnId="{1C3272C9-C630-4D60-B76B-138907BB4D41}">
      <dgm:prSet/>
      <dgm:spPr/>
      <dgm:t>
        <a:bodyPr/>
        <a:lstStyle/>
        <a:p>
          <a:endParaRPr lang="es-CL"/>
        </a:p>
      </dgm:t>
    </dgm:pt>
    <dgm:pt modelId="{B200B6AA-AA2A-4CB8-80FF-4BB54938E8A5}" type="parTrans" cxnId="{1C3272C9-C630-4D60-B76B-138907BB4D41}">
      <dgm:prSet/>
      <dgm:spPr/>
      <dgm:t>
        <a:bodyPr/>
        <a:lstStyle/>
        <a:p>
          <a:endParaRPr lang="es-CL"/>
        </a:p>
      </dgm:t>
    </dgm:pt>
    <dgm:pt modelId="{FF502F5D-C471-43F2-98B1-2B3F382EBCC8}">
      <dgm:prSet custT="1"/>
      <dgm:spPr/>
      <dgm:t>
        <a:bodyPr/>
        <a:lstStyle/>
        <a:p>
          <a:r>
            <a:rPr lang="es-CL" sz="1400" dirty="0"/>
            <a:t>Análisis de requisitos</a:t>
          </a:r>
        </a:p>
      </dgm:t>
    </dgm:pt>
    <dgm:pt modelId="{BEF66EC3-E847-4CB9-85FB-98A7F6022525}" type="parTrans" cxnId="{1118F46A-225A-4AC2-95DE-C03D025E375F}">
      <dgm:prSet/>
      <dgm:spPr/>
      <dgm:t>
        <a:bodyPr/>
        <a:lstStyle/>
        <a:p>
          <a:endParaRPr lang="es-CL"/>
        </a:p>
      </dgm:t>
    </dgm:pt>
    <dgm:pt modelId="{6B285792-1323-4ECD-A3A3-4EC41E69F338}" type="sibTrans" cxnId="{1118F46A-225A-4AC2-95DE-C03D025E375F}">
      <dgm:prSet/>
      <dgm:spPr/>
      <dgm:t>
        <a:bodyPr/>
        <a:lstStyle/>
        <a:p>
          <a:endParaRPr lang="es-CL"/>
        </a:p>
      </dgm:t>
    </dgm:pt>
    <dgm:pt modelId="{9D13F844-A6E4-494D-9D1F-430E223D4D0E}">
      <dgm:prSet custT="1"/>
      <dgm:spPr/>
      <dgm:t>
        <a:bodyPr/>
        <a:lstStyle/>
        <a:p>
          <a:r>
            <a:rPr lang="es-CL" sz="1400" dirty="0"/>
            <a:t>Arquitectura de software</a:t>
          </a:r>
        </a:p>
      </dgm:t>
    </dgm:pt>
    <dgm:pt modelId="{08CDEF38-E02D-4544-A96E-CCE7C13C28E0}" type="parTrans" cxnId="{6C8FEF7C-3DDF-4863-8B55-1E52994BE44F}">
      <dgm:prSet/>
      <dgm:spPr/>
      <dgm:t>
        <a:bodyPr/>
        <a:lstStyle/>
        <a:p>
          <a:endParaRPr lang="es-CL"/>
        </a:p>
      </dgm:t>
    </dgm:pt>
    <dgm:pt modelId="{7980A3C8-EBB7-4372-9971-39BE0E8478EB}" type="sibTrans" cxnId="{6C8FEF7C-3DDF-4863-8B55-1E52994BE44F}">
      <dgm:prSet/>
      <dgm:spPr/>
      <dgm:t>
        <a:bodyPr/>
        <a:lstStyle/>
        <a:p>
          <a:endParaRPr lang="es-CL"/>
        </a:p>
      </dgm:t>
    </dgm:pt>
    <dgm:pt modelId="{B57ACE6D-98DE-4D08-86D5-465A1058FCD7}">
      <dgm:prSet custT="1"/>
      <dgm:spPr/>
      <dgm:t>
        <a:bodyPr/>
        <a:lstStyle/>
        <a:p>
          <a:r>
            <a:rPr lang="es-CL" sz="1400" dirty="0"/>
            <a:t>Prototipado </a:t>
          </a:r>
          <a:r>
            <a:rPr lang="es-CL" sz="1400" dirty="0" err="1"/>
            <a:t>Figma</a:t>
          </a:r>
          <a:endParaRPr lang="es-CL" sz="1400" dirty="0"/>
        </a:p>
      </dgm:t>
    </dgm:pt>
    <dgm:pt modelId="{284D3739-469D-4F12-86C0-7937DE86A472}" type="parTrans" cxnId="{70A97479-6381-422A-82BB-0913B89F280A}">
      <dgm:prSet/>
      <dgm:spPr/>
      <dgm:t>
        <a:bodyPr/>
        <a:lstStyle/>
        <a:p>
          <a:endParaRPr lang="es-CL"/>
        </a:p>
      </dgm:t>
    </dgm:pt>
    <dgm:pt modelId="{6A45CFC8-AACE-462C-B78E-65EF7CD17991}" type="sibTrans" cxnId="{70A97479-6381-422A-82BB-0913B89F280A}">
      <dgm:prSet/>
      <dgm:spPr/>
      <dgm:t>
        <a:bodyPr/>
        <a:lstStyle/>
        <a:p>
          <a:endParaRPr lang="es-CL"/>
        </a:p>
      </dgm:t>
    </dgm:pt>
    <dgm:pt modelId="{DC2AAE3D-3F36-44EE-A4D9-6F15FF707A12}">
      <dgm:prSet custT="1"/>
      <dgm:spPr/>
      <dgm:t>
        <a:bodyPr/>
        <a:lstStyle/>
        <a:p>
          <a:r>
            <a:rPr lang="es-CL" sz="1400" dirty="0"/>
            <a:t>Evaluación Nielsen</a:t>
          </a:r>
        </a:p>
      </dgm:t>
    </dgm:pt>
    <dgm:pt modelId="{BFFA1452-CD6C-4CD1-85CA-5148274656DA}" type="parTrans" cxnId="{AE2B566C-EED4-4029-84F1-3718B427BCB3}">
      <dgm:prSet/>
      <dgm:spPr/>
      <dgm:t>
        <a:bodyPr/>
        <a:lstStyle/>
        <a:p>
          <a:endParaRPr lang="es-CL"/>
        </a:p>
      </dgm:t>
    </dgm:pt>
    <dgm:pt modelId="{98B76D1D-4621-43A6-9619-E7781245C35C}" type="sibTrans" cxnId="{AE2B566C-EED4-4029-84F1-3718B427BCB3}">
      <dgm:prSet/>
      <dgm:spPr/>
      <dgm:t>
        <a:bodyPr/>
        <a:lstStyle/>
        <a:p>
          <a:endParaRPr lang="es-CL"/>
        </a:p>
      </dgm:t>
    </dgm:pt>
    <dgm:pt modelId="{7CCF2E75-4844-4633-9BE9-7869285FF6BD}">
      <dgm:prSet custT="1"/>
      <dgm:spPr/>
      <dgm:t>
        <a:bodyPr/>
        <a:lstStyle/>
        <a:p>
          <a:r>
            <a:rPr lang="es-CL" sz="1400" dirty="0"/>
            <a:t>Casos de prueba</a:t>
          </a:r>
        </a:p>
      </dgm:t>
    </dgm:pt>
    <dgm:pt modelId="{D68E0DD2-F9CE-4D01-942A-1F70F287ED44}" type="parTrans" cxnId="{BE699880-C2AA-4A37-898A-AE8BF977410B}">
      <dgm:prSet/>
      <dgm:spPr/>
      <dgm:t>
        <a:bodyPr/>
        <a:lstStyle/>
        <a:p>
          <a:endParaRPr lang="es-CL"/>
        </a:p>
      </dgm:t>
    </dgm:pt>
    <dgm:pt modelId="{4E5DDDFF-444A-4ACA-BB5E-D2F87FBE1CB7}" type="sibTrans" cxnId="{BE699880-C2AA-4A37-898A-AE8BF977410B}">
      <dgm:prSet/>
      <dgm:spPr/>
      <dgm:t>
        <a:bodyPr/>
        <a:lstStyle/>
        <a:p>
          <a:endParaRPr lang="es-CL"/>
        </a:p>
      </dgm:t>
    </dgm:pt>
    <dgm:pt modelId="{AB66BEF4-D5BF-49AA-9C80-94B192C85E97}">
      <dgm:prSet custT="1"/>
      <dgm:spPr/>
      <dgm:t>
        <a:bodyPr/>
        <a:lstStyle/>
        <a:p>
          <a:r>
            <a:rPr lang="es-CL" sz="1400" dirty="0"/>
            <a:t>Documentación final</a:t>
          </a:r>
        </a:p>
      </dgm:t>
    </dgm:pt>
    <dgm:pt modelId="{161C48A1-151F-4C39-AB83-541EFD0BC18A}" type="parTrans" cxnId="{0264EC75-B5B9-49C5-94B2-26DFBA5A0E77}">
      <dgm:prSet/>
      <dgm:spPr/>
      <dgm:t>
        <a:bodyPr/>
        <a:lstStyle/>
        <a:p>
          <a:endParaRPr lang="es-CL"/>
        </a:p>
      </dgm:t>
    </dgm:pt>
    <dgm:pt modelId="{404AD38E-4106-4C04-BD6E-C0A4C0CC14C5}" type="sibTrans" cxnId="{0264EC75-B5B9-49C5-94B2-26DFBA5A0E77}">
      <dgm:prSet/>
      <dgm:spPr/>
      <dgm:t>
        <a:bodyPr/>
        <a:lstStyle/>
        <a:p>
          <a:endParaRPr lang="es-CL"/>
        </a:p>
      </dgm:t>
    </dgm:pt>
    <dgm:pt modelId="{769FFD04-69B7-436D-978E-D6991D1EDF5F}">
      <dgm:prSet phldrT="[Texto]" custT="1"/>
      <dgm:spPr/>
      <dgm:t>
        <a:bodyPr/>
        <a:lstStyle/>
        <a:p>
          <a:r>
            <a:rPr lang="es-CL" sz="1400" dirty="0"/>
            <a:t>Definición de RF/RNF</a:t>
          </a:r>
        </a:p>
      </dgm:t>
    </dgm:pt>
    <dgm:pt modelId="{577EC4F3-AB0C-4B39-9500-FDB093EA40F0}" type="parTrans" cxnId="{AC87A4BF-1680-45F7-8F9A-DD0C2E24FD94}">
      <dgm:prSet/>
      <dgm:spPr/>
      <dgm:t>
        <a:bodyPr/>
        <a:lstStyle/>
        <a:p>
          <a:endParaRPr lang="es-CL"/>
        </a:p>
      </dgm:t>
    </dgm:pt>
    <dgm:pt modelId="{A7A64B48-EE82-46B8-9155-415124F09547}" type="sibTrans" cxnId="{AC87A4BF-1680-45F7-8F9A-DD0C2E24FD94}">
      <dgm:prSet/>
      <dgm:spPr/>
      <dgm:t>
        <a:bodyPr/>
        <a:lstStyle/>
        <a:p>
          <a:endParaRPr lang="es-CL"/>
        </a:p>
      </dgm:t>
    </dgm:pt>
    <dgm:pt modelId="{14AABCAA-56E2-42F6-9974-EE8BDAA776B2}">
      <dgm:prSet custT="1"/>
      <dgm:spPr/>
      <dgm:t>
        <a:bodyPr/>
        <a:lstStyle/>
        <a:p>
          <a:r>
            <a:rPr lang="es-CL" sz="1400" dirty="0"/>
            <a:t>DAS y modelo 4+1</a:t>
          </a:r>
        </a:p>
      </dgm:t>
    </dgm:pt>
    <dgm:pt modelId="{C2211976-CBD8-412B-B7EA-2B5AE6256A8E}" type="parTrans" cxnId="{718610CE-E7C0-435F-A1AE-22D465BC4CB0}">
      <dgm:prSet/>
      <dgm:spPr/>
      <dgm:t>
        <a:bodyPr/>
        <a:lstStyle/>
        <a:p>
          <a:endParaRPr lang="es-CL"/>
        </a:p>
      </dgm:t>
    </dgm:pt>
    <dgm:pt modelId="{991E1215-6080-4A93-8755-074ECCF72A34}" type="sibTrans" cxnId="{718610CE-E7C0-435F-A1AE-22D465BC4CB0}">
      <dgm:prSet/>
      <dgm:spPr/>
      <dgm:t>
        <a:bodyPr/>
        <a:lstStyle/>
        <a:p>
          <a:endParaRPr lang="es-CL"/>
        </a:p>
      </dgm:t>
    </dgm:pt>
    <dgm:pt modelId="{E4B43077-BDCB-446F-AD3E-3B0A05352DEA}">
      <dgm:prSet custT="1"/>
      <dgm:spPr/>
      <dgm:t>
        <a:bodyPr/>
        <a:lstStyle/>
        <a:p>
          <a:r>
            <a:rPr lang="es-CL" sz="1400" dirty="0"/>
            <a:t>Prototipo de alta fidelidad</a:t>
          </a:r>
        </a:p>
      </dgm:t>
    </dgm:pt>
    <dgm:pt modelId="{825E85E0-B7A1-4FC2-BF11-BCDBB8E1C39C}" type="parTrans" cxnId="{0C31A91A-CF6A-448E-9712-014C1A9488E7}">
      <dgm:prSet/>
      <dgm:spPr/>
      <dgm:t>
        <a:bodyPr/>
        <a:lstStyle/>
        <a:p>
          <a:endParaRPr lang="es-CL"/>
        </a:p>
      </dgm:t>
    </dgm:pt>
    <dgm:pt modelId="{07B63A24-8D0A-4D46-8C1B-082D05D6D75E}" type="sibTrans" cxnId="{0C31A91A-CF6A-448E-9712-014C1A9488E7}">
      <dgm:prSet/>
      <dgm:spPr/>
      <dgm:t>
        <a:bodyPr/>
        <a:lstStyle/>
        <a:p>
          <a:endParaRPr lang="es-CL"/>
        </a:p>
      </dgm:t>
    </dgm:pt>
    <dgm:pt modelId="{B5B98B77-7CC8-4A5C-B8BE-1A010DF3A52A}">
      <dgm:prSet custT="1"/>
      <dgm:spPr/>
      <dgm:t>
        <a:bodyPr/>
        <a:lstStyle/>
        <a:p>
          <a:r>
            <a:rPr lang="es-CL" sz="1400" dirty="0"/>
            <a:t>Evaluación heurística</a:t>
          </a:r>
        </a:p>
      </dgm:t>
    </dgm:pt>
    <dgm:pt modelId="{67EDF1EC-E8C1-48A5-AB9B-9467E90E9533}" type="parTrans" cxnId="{339D58B9-9ADF-41F4-BA38-48A16DCAF9CF}">
      <dgm:prSet/>
      <dgm:spPr/>
      <dgm:t>
        <a:bodyPr/>
        <a:lstStyle/>
        <a:p>
          <a:endParaRPr lang="es-CL"/>
        </a:p>
      </dgm:t>
    </dgm:pt>
    <dgm:pt modelId="{70853A3F-60E5-45A3-88F7-2EE35E656161}" type="sibTrans" cxnId="{339D58B9-9ADF-41F4-BA38-48A16DCAF9CF}">
      <dgm:prSet/>
      <dgm:spPr/>
      <dgm:t>
        <a:bodyPr/>
        <a:lstStyle/>
        <a:p>
          <a:endParaRPr lang="es-CL"/>
        </a:p>
      </dgm:t>
    </dgm:pt>
    <dgm:pt modelId="{CF79E323-8ABB-4229-936D-721EFD725B01}">
      <dgm:prSet custT="1"/>
      <dgm:spPr/>
      <dgm:t>
        <a:bodyPr/>
        <a:lstStyle/>
        <a:p>
          <a:r>
            <a:rPr lang="es-CL" sz="1400" dirty="0"/>
            <a:t>Registro de pruebas</a:t>
          </a:r>
        </a:p>
      </dgm:t>
    </dgm:pt>
    <dgm:pt modelId="{FB6E7EA2-0FC2-4A6F-9954-053E0B8639AC}" type="parTrans" cxnId="{E9BF5F90-A5D7-4809-9F50-991F2CC74E46}">
      <dgm:prSet/>
      <dgm:spPr/>
      <dgm:t>
        <a:bodyPr/>
        <a:lstStyle/>
        <a:p>
          <a:endParaRPr lang="es-CL"/>
        </a:p>
      </dgm:t>
    </dgm:pt>
    <dgm:pt modelId="{F0A9780D-B701-43AA-B021-08996FD53CFA}" type="sibTrans" cxnId="{E9BF5F90-A5D7-4809-9F50-991F2CC74E46}">
      <dgm:prSet/>
      <dgm:spPr/>
      <dgm:t>
        <a:bodyPr/>
        <a:lstStyle/>
        <a:p>
          <a:endParaRPr lang="es-CL"/>
        </a:p>
      </dgm:t>
    </dgm:pt>
    <dgm:pt modelId="{9E71A912-DFE6-49C7-992E-2DD3A47A7B00}">
      <dgm:prSet custT="1"/>
      <dgm:spPr/>
      <dgm:t>
        <a:bodyPr/>
        <a:lstStyle/>
        <a:p>
          <a:r>
            <a:rPr lang="es-CL" sz="1400" dirty="0"/>
            <a:t>Control de versiones</a:t>
          </a:r>
        </a:p>
      </dgm:t>
    </dgm:pt>
    <dgm:pt modelId="{BD95DDFC-2EAE-446E-9892-347DD261A95A}" type="parTrans" cxnId="{804A4A46-B7EA-4F78-B7FF-8D63871DD0C2}">
      <dgm:prSet/>
      <dgm:spPr/>
      <dgm:t>
        <a:bodyPr/>
        <a:lstStyle/>
        <a:p>
          <a:endParaRPr lang="es-CL"/>
        </a:p>
      </dgm:t>
    </dgm:pt>
    <dgm:pt modelId="{BFA6E35E-FF7C-4300-98F1-65EED192F260}" type="sibTrans" cxnId="{804A4A46-B7EA-4F78-B7FF-8D63871DD0C2}">
      <dgm:prSet/>
      <dgm:spPr/>
      <dgm:t>
        <a:bodyPr/>
        <a:lstStyle/>
        <a:p>
          <a:endParaRPr lang="es-CL"/>
        </a:p>
      </dgm:t>
    </dgm:pt>
    <dgm:pt modelId="{F6344C2E-191B-42B9-8E48-768E0E6F2929}">
      <dgm:prSet custT="1"/>
      <dgm:spPr/>
      <dgm:t>
        <a:bodyPr/>
        <a:lstStyle/>
        <a:p>
          <a:r>
            <a:rPr lang="es-CL" sz="1400" dirty="0"/>
            <a:t>Entrega final</a:t>
          </a:r>
        </a:p>
      </dgm:t>
    </dgm:pt>
    <dgm:pt modelId="{5E5F69CC-6BED-4FF5-AE15-EA058A6129FF}" type="parTrans" cxnId="{CCD46778-3694-433B-A9A7-D55FCE9724D4}">
      <dgm:prSet/>
      <dgm:spPr/>
      <dgm:t>
        <a:bodyPr/>
        <a:lstStyle/>
        <a:p>
          <a:endParaRPr lang="es-CL"/>
        </a:p>
      </dgm:t>
    </dgm:pt>
    <dgm:pt modelId="{58F493E5-F964-4497-B64C-A3D9D393E41D}" type="sibTrans" cxnId="{CCD46778-3694-433B-A9A7-D55FCE9724D4}">
      <dgm:prSet/>
      <dgm:spPr/>
      <dgm:t>
        <a:bodyPr/>
        <a:lstStyle/>
        <a:p>
          <a:endParaRPr lang="es-CL"/>
        </a:p>
      </dgm:t>
    </dgm:pt>
    <dgm:pt modelId="{6E1E561E-88C1-49C6-A3F7-DE4B9AD43273}" type="pres">
      <dgm:prSet presAssocID="{BE45140C-C326-4DAA-A267-498AD5117D68}" presName="linear" presStyleCnt="0">
        <dgm:presLayoutVars>
          <dgm:dir/>
          <dgm:resizeHandles val="exact"/>
        </dgm:presLayoutVars>
      </dgm:prSet>
      <dgm:spPr/>
    </dgm:pt>
    <dgm:pt modelId="{F70979D0-5925-4EC3-AD84-986E0EC7B0D8}" type="pres">
      <dgm:prSet presAssocID="{78BFB295-8F5D-4286-B72B-79142F8F0E13}" presName="comp" presStyleCnt="0"/>
      <dgm:spPr/>
    </dgm:pt>
    <dgm:pt modelId="{54FC4CB6-0791-48D3-B2C5-2E99B8AFCFF7}" type="pres">
      <dgm:prSet presAssocID="{78BFB295-8F5D-4286-B72B-79142F8F0E13}" presName="box" presStyleLbl="node1" presStyleIdx="0" presStyleCnt="1" custLinFactNeighborX="-36953" custLinFactNeighborY="9938"/>
      <dgm:spPr/>
    </dgm:pt>
    <dgm:pt modelId="{9A7E2690-DE9C-4572-9BE5-B8C9A3B8BBB3}" type="pres">
      <dgm:prSet presAssocID="{78BFB295-8F5D-4286-B72B-79142F8F0E13}" presName="img" presStyleLbl="fgImgPlace1" presStyleIdx="0" presStyleCnt="1"/>
      <dgm:spPr/>
    </dgm:pt>
    <dgm:pt modelId="{52D125D2-FCA7-4A2D-AB39-B6BD54F251F2}" type="pres">
      <dgm:prSet presAssocID="{78BFB295-8F5D-4286-B72B-79142F8F0E13}" presName="text" presStyleLbl="node1" presStyleIdx="0" presStyleCnt="1">
        <dgm:presLayoutVars>
          <dgm:bulletEnabled val="1"/>
        </dgm:presLayoutVars>
      </dgm:prSet>
      <dgm:spPr/>
    </dgm:pt>
  </dgm:ptLst>
  <dgm:cxnLst>
    <dgm:cxn modelId="{CDFAB100-0E1A-498F-8687-BF830B223333}" type="presOf" srcId="{DC2AAE3D-3F36-44EE-A4D9-6F15FF707A12}" destId="{52D125D2-FCA7-4A2D-AB39-B6BD54F251F2}" srcOrd="1" destOrd="5" presId="urn:microsoft.com/office/officeart/2005/8/layout/vList4"/>
    <dgm:cxn modelId="{63BC5F05-0111-4FFB-BAEA-CD3A0B7EC444}" type="presOf" srcId="{769FFD04-69B7-436D-978E-D6991D1EDF5F}" destId="{52D125D2-FCA7-4A2D-AB39-B6BD54F251F2}" srcOrd="1" destOrd="9" presId="urn:microsoft.com/office/officeart/2005/8/layout/vList4"/>
    <dgm:cxn modelId="{399BD705-2380-48A3-9C48-1D49A5A32D61}" type="presOf" srcId="{2E221207-005F-49CB-81E1-6D036D64322B}" destId="{52D125D2-FCA7-4A2D-AB39-B6BD54F251F2}" srcOrd="1" destOrd="8" presId="urn:microsoft.com/office/officeart/2005/8/layout/vList4"/>
    <dgm:cxn modelId="{D2B94F0C-C779-4AC1-87E4-35116A3DED02}" type="presOf" srcId="{78BFB295-8F5D-4286-B72B-79142F8F0E13}" destId="{54FC4CB6-0791-48D3-B2C5-2E99B8AFCFF7}" srcOrd="0" destOrd="0" presId="urn:microsoft.com/office/officeart/2005/8/layout/vList4"/>
    <dgm:cxn modelId="{1F1D8711-4991-4D72-9902-8A44C7B9F0D5}" type="presOf" srcId="{E4B43077-BDCB-446F-AD3E-3B0A05352DEA}" destId="{54FC4CB6-0791-48D3-B2C5-2E99B8AFCFF7}" srcOrd="0" destOrd="11" presId="urn:microsoft.com/office/officeart/2005/8/layout/vList4"/>
    <dgm:cxn modelId="{0C31A91A-CF6A-448E-9712-014C1A9488E7}" srcId="{78BFB295-8F5D-4286-B72B-79142F8F0E13}" destId="{E4B43077-BDCB-446F-AD3E-3B0A05352DEA}" srcOrd="4" destOrd="0" parTransId="{825E85E0-B7A1-4FC2-BF11-BCDBB8E1C39C}" sibTransId="{07B63A24-8D0A-4D46-8C1B-082D05D6D75E}"/>
    <dgm:cxn modelId="{7BBED424-E89C-4481-81B8-010AB3232C55}" type="presOf" srcId="{CF79E323-8ABB-4229-936D-721EFD725B01}" destId="{54FC4CB6-0791-48D3-B2C5-2E99B8AFCFF7}" srcOrd="0" destOrd="13" presId="urn:microsoft.com/office/officeart/2005/8/layout/vList4"/>
    <dgm:cxn modelId="{4CDBC42D-7BB3-40E1-97C0-E9AD1B528FAD}" type="presOf" srcId="{9E71A912-DFE6-49C7-992E-2DD3A47A7B00}" destId="{52D125D2-FCA7-4A2D-AB39-B6BD54F251F2}" srcOrd="1" destOrd="14" presId="urn:microsoft.com/office/officeart/2005/8/layout/vList4"/>
    <dgm:cxn modelId="{484B8A37-0122-4FF5-93D2-4A15DF521A17}" srcId="{78BFB295-8F5D-4286-B72B-79142F8F0E13}" destId="{D868444B-AE34-4422-A6A5-1F7D392D0C20}" srcOrd="0" destOrd="0" parTransId="{7DB88D83-6C3A-48C1-8CAD-0D11C3BEC35C}" sibTransId="{74B9B1A5-94EB-40A9-BFF2-678501068FB8}"/>
    <dgm:cxn modelId="{A4D98038-1868-4C93-9FDF-3A671374459A}" type="presOf" srcId="{DC2AAE3D-3F36-44EE-A4D9-6F15FF707A12}" destId="{54FC4CB6-0791-48D3-B2C5-2E99B8AFCFF7}" srcOrd="0" destOrd="5" presId="urn:microsoft.com/office/officeart/2005/8/layout/vList4"/>
    <dgm:cxn modelId="{52ADF440-585D-43D5-80C9-CAD4ED6878C8}" type="presOf" srcId="{14AABCAA-56E2-42F6-9974-EE8BDAA776B2}" destId="{54FC4CB6-0791-48D3-B2C5-2E99B8AFCFF7}" srcOrd="0" destOrd="10" presId="urn:microsoft.com/office/officeart/2005/8/layout/vList4"/>
    <dgm:cxn modelId="{7E8FC05E-FE02-4336-B1F8-3EAA05519A49}" type="presOf" srcId="{D868444B-AE34-4422-A6A5-1F7D392D0C20}" destId="{54FC4CB6-0791-48D3-B2C5-2E99B8AFCFF7}" srcOrd="0" destOrd="1" presId="urn:microsoft.com/office/officeart/2005/8/layout/vList4"/>
    <dgm:cxn modelId="{25F5C45F-2644-46B7-ACCE-3C44B932D329}" type="presOf" srcId="{9D13F844-A6E4-494D-9D1F-430E223D4D0E}" destId="{52D125D2-FCA7-4A2D-AB39-B6BD54F251F2}" srcOrd="1" destOrd="3" presId="urn:microsoft.com/office/officeart/2005/8/layout/vList4"/>
    <dgm:cxn modelId="{AF15F95F-2117-4CAB-925A-491542B6EA9A}" type="presOf" srcId="{769FFD04-69B7-436D-978E-D6991D1EDF5F}" destId="{54FC4CB6-0791-48D3-B2C5-2E99B8AFCFF7}" srcOrd="0" destOrd="9" presId="urn:microsoft.com/office/officeart/2005/8/layout/vList4"/>
    <dgm:cxn modelId="{39B3C465-389F-4707-A1D5-E7672C2B530E}" type="presOf" srcId="{9D13F844-A6E4-494D-9D1F-430E223D4D0E}" destId="{54FC4CB6-0791-48D3-B2C5-2E99B8AFCFF7}" srcOrd="0" destOrd="3" presId="urn:microsoft.com/office/officeart/2005/8/layout/vList4"/>
    <dgm:cxn modelId="{804A4A46-B7EA-4F78-B7FF-8D63871DD0C2}" srcId="{78BFB295-8F5D-4286-B72B-79142F8F0E13}" destId="{9E71A912-DFE6-49C7-992E-2DD3A47A7B00}" srcOrd="7" destOrd="0" parTransId="{BD95DDFC-2EAE-446E-9892-347DD261A95A}" sibTransId="{BFA6E35E-FF7C-4300-98F1-65EED192F260}"/>
    <dgm:cxn modelId="{06A26769-091E-46A7-882E-5A77A63B9A17}" type="presOf" srcId="{B57ACE6D-98DE-4D08-86D5-465A1058FCD7}" destId="{54FC4CB6-0791-48D3-B2C5-2E99B8AFCFF7}" srcOrd="0" destOrd="4" presId="urn:microsoft.com/office/officeart/2005/8/layout/vList4"/>
    <dgm:cxn modelId="{1118F46A-225A-4AC2-95DE-C03D025E375F}" srcId="{D868444B-AE34-4422-A6A5-1F7D392D0C20}" destId="{FF502F5D-C471-43F2-98B1-2B3F382EBCC8}" srcOrd="0" destOrd="0" parTransId="{BEF66EC3-E847-4CB9-85FB-98A7F6022525}" sibTransId="{6B285792-1323-4ECD-A3A3-4EC41E69F338}"/>
    <dgm:cxn modelId="{AE2B566C-EED4-4029-84F1-3718B427BCB3}" srcId="{D868444B-AE34-4422-A6A5-1F7D392D0C20}" destId="{DC2AAE3D-3F36-44EE-A4D9-6F15FF707A12}" srcOrd="3" destOrd="0" parTransId="{BFFA1452-CD6C-4CD1-85CA-5148274656DA}" sibTransId="{98B76D1D-4621-43A6-9619-E7781245C35C}"/>
    <dgm:cxn modelId="{81D6EF6E-B9D6-42AE-80C7-86CC0389C16C}" type="presOf" srcId="{B57ACE6D-98DE-4D08-86D5-465A1058FCD7}" destId="{52D125D2-FCA7-4A2D-AB39-B6BD54F251F2}" srcOrd="1" destOrd="4" presId="urn:microsoft.com/office/officeart/2005/8/layout/vList4"/>
    <dgm:cxn modelId="{15CF9A52-6793-4E75-81A9-B531959632B2}" type="presOf" srcId="{F6344C2E-191B-42B9-8E48-768E0E6F2929}" destId="{52D125D2-FCA7-4A2D-AB39-B6BD54F251F2}" srcOrd="1" destOrd="15" presId="urn:microsoft.com/office/officeart/2005/8/layout/vList4"/>
    <dgm:cxn modelId="{2C9B9F72-01C9-4919-8A30-20B40CFA793A}" type="presOf" srcId="{E4B43077-BDCB-446F-AD3E-3B0A05352DEA}" destId="{52D125D2-FCA7-4A2D-AB39-B6BD54F251F2}" srcOrd="1" destOrd="11" presId="urn:microsoft.com/office/officeart/2005/8/layout/vList4"/>
    <dgm:cxn modelId="{C42EA874-670F-4AE3-8B02-4DA931F30E58}" type="presOf" srcId="{AB66BEF4-D5BF-49AA-9C80-94B192C85E97}" destId="{54FC4CB6-0791-48D3-B2C5-2E99B8AFCFF7}" srcOrd="0" destOrd="7" presId="urn:microsoft.com/office/officeart/2005/8/layout/vList4"/>
    <dgm:cxn modelId="{0264EC75-B5B9-49C5-94B2-26DFBA5A0E77}" srcId="{D868444B-AE34-4422-A6A5-1F7D392D0C20}" destId="{AB66BEF4-D5BF-49AA-9C80-94B192C85E97}" srcOrd="5" destOrd="0" parTransId="{161C48A1-151F-4C39-AB83-541EFD0BC18A}" sibTransId="{404AD38E-4106-4C04-BD6E-C0A4C0CC14C5}"/>
    <dgm:cxn modelId="{CCD46778-3694-433B-A9A7-D55FCE9724D4}" srcId="{78BFB295-8F5D-4286-B72B-79142F8F0E13}" destId="{F6344C2E-191B-42B9-8E48-768E0E6F2929}" srcOrd="8" destOrd="0" parTransId="{5E5F69CC-6BED-4FF5-AE15-EA058A6129FF}" sibTransId="{58F493E5-F964-4497-B64C-A3D9D393E41D}"/>
    <dgm:cxn modelId="{70A97479-6381-422A-82BB-0913B89F280A}" srcId="{D868444B-AE34-4422-A6A5-1F7D392D0C20}" destId="{B57ACE6D-98DE-4D08-86D5-465A1058FCD7}" srcOrd="2" destOrd="0" parTransId="{284D3739-469D-4F12-86C0-7937DE86A472}" sibTransId="{6A45CFC8-AACE-462C-B78E-65EF7CD17991}"/>
    <dgm:cxn modelId="{6C8FEF7C-3DDF-4863-8B55-1E52994BE44F}" srcId="{D868444B-AE34-4422-A6A5-1F7D392D0C20}" destId="{9D13F844-A6E4-494D-9D1F-430E223D4D0E}" srcOrd="1" destOrd="0" parTransId="{08CDEF38-E02D-4544-A96E-CCE7C13C28E0}" sibTransId="{7980A3C8-EBB7-4372-9971-39BE0E8478EB}"/>
    <dgm:cxn modelId="{BE699880-C2AA-4A37-898A-AE8BF977410B}" srcId="{D868444B-AE34-4422-A6A5-1F7D392D0C20}" destId="{7CCF2E75-4844-4633-9BE9-7869285FF6BD}" srcOrd="4" destOrd="0" parTransId="{D68E0DD2-F9CE-4D01-942A-1F70F287ED44}" sibTransId="{4E5DDDFF-444A-4ACA-BB5E-D2F87FBE1CB7}"/>
    <dgm:cxn modelId="{D7BC2485-73E6-4D83-9815-D01E4607DB37}" type="presOf" srcId="{B5B98B77-7CC8-4A5C-B8BE-1A010DF3A52A}" destId="{54FC4CB6-0791-48D3-B2C5-2E99B8AFCFF7}" srcOrd="0" destOrd="12" presId="urn:microsoft.com/office/officeart/2005/8/layout/vList4"/>
    <dgm:cxn modelId="{E9BF5F90-A5D7-4809-9F50-991F2CC74E46}" srcId="{78BFB295-8F5D-4286-B72B-79142F8F0E13}" destId="{CF79E323-8ABB-4229-936D-721EFD725B01}" srcOrd="6" destOrd="0" parTransId="{FB6E7EA2-0FC2-4A6F-9954-053E0B8639AC}" sibTransId="{F0A9780D-B701-43AA-B021-08996FD53CFA}"/>
    <dgm:cxn modelId="{2AD07198-D472-4B98-B6D5-5A730374E9A2}" srcId="{BE45140C-C326-4DAA-A267-498AD5117D68}" destId="{78BFB295-8F5D-4286-B72B-79142F8F0E13}" srcOrd="0" destOrd="0" parTransId="{F1885FAB-61EC-4F80-98D0-72360031AF9F}" sibTransId="{E88D0928-51D4-4670-8963-60ABBB193E13}"/>
    <dgm:cxn modelId="{690A389C-25C1-485B-88F9-437236A47744}" type="presOf" srcId="{BE45140C-C326-4DAA-A267-498AD5117D68}" destId="{6E1E561E-88C1-49C6-A3F7-DE4B9AD43273}" srcOrd="0" destOrd="0" presId="urn:microsoft.com/office/officeart/2005/8/layout/vList4"/>
    <dgm:cxn modelId="{16C6EC9E-3A2C-4CE5-881F-99ADE3318F4A}" type="presOf" srcId="{B5B98B77-7CC8-4A5C-B8BE-1A010DF3A52A}" destId="{52D125D2-FCA7-4A2D-AB39-B6BD54F251F2}" srcOrd="1" destOrd="12" presId="urn:microsoft.com/office/officeart/2005/8/layout/vList4"/>
    <dgm:cxn modelId="{ECFD91A4-F44F-4C84-8B25-37DA0B249A1F}" type="presOf" srcId="{78BFB295-8F5D-4286-B72B-79142F8F0E13}" destId="{52D125D2-FCA7-4A2D-AB39-B6BD54F251F2}" srcOrd="1" destOrd="0" presId="urn:microsoft.com/office/officeart/2005/8/layout/vList4"/>
    <dgm:cxn modelId="{E1823FB6-1BF1-4FC2-8503-BB014BDB4904}" type="presOf" srcId="{7CCF2E75-4844-4633-9BE9-7869285FF6BD}" destId="{52D125D2-FCA7-4A2D-AB39-B6BD54F251F2}" srcOrd="1" destOrd="6" presId="urn:microsoft.com/office/officeart/2005/8/layout/vList4"/>
    <dgm:cxn modelId="{706F5FB9-E737-4FC2-8B63-865722A0376E}" type="presOf" srcId="{AB66BEF4-D5BF-49AA-9C80-94B192C85E97}" destId="{52D125D2-FCA7-4A2D-AB39-B6BD54F251F2}" srcOrd="1" destOrd="7" presId="urn:microsoft.com/office/officeart/2005/8/layout/vList4"/>
    <dgm:cxn modelId="{339D58B9-9ADF-41F4-BA38-48A16DCAF9CF}" srcId="{78BFB295-8F5D-4286-B72B-79142F8F0E13}" destId="{B5B98B77-7CC8-4A5C-B8BE-1A010DF3A52A}" srcOrd="5" destOrd="0" parTransId="{67EDF1EC-E8C1-48A5-AB9B-9467E90E9533}" sibTransId="{70853A3F-60E5-45A3-88F7-2EE35E656161}"/>
    <dgm:cxn modelId="{AC87A4BF-1680-45F7-8F9A-DD0C2E24FD94}" srcId="{78BFB295-8F5D-4286-B72B-79142F8F0E13}" destId="{769FFD04-69B7-436D-978E-D6991D1EDF5F}" srcOrd="2" destOrd="0" parTransId="{577EC4F3-AB0C-4B39-9500-FDB093EA40F0}" sibTransId="{A7A64B48-EE82-46B8-9155-415124F09547}"/>
    <dgm:cxn modelId="{C5F84FC0-6F1A-43DA-9883-4B5F099F2CD1}" type="presOf" srcId="{9E71A912-DFE6-49C7-992E-2DD3A47A7B00}" destId="{54FC4CB6-0791-48D3-B2C5-2E99B8AFCFF7}" srcOrd="0" destOrd="14" presId="urn:microsoft.com/office/officeart/2005/8/layout/vList4"/>
    <dgm:cxn modelId="{B38821C2-7985-43B3-A0A9-C44A4E8D4A04}" type="presOf" srcId="{F6344C2E-191B-42B9-8E48-768E0E6F2929}" destId="{54FC4CB6-0791-48D3-B2C5-2E99B8AFCFF7}" srcOrd="0" destOrd="15" presId="urn:microsoft.com/office/officeart/2005/8/layout/vList4"/>
    <dgm:cxn modelId="{22F951C3-7FCE-4D15-9584-4DA25FD88AF4}" type="presOf" srcId="{FF502F5D-C471-43F2-98B1-2B3F382EBCC8}" destId="{52D125D2-FCA7-4A2D-AB39-B6BD54F251F2}" srcOrd="1" destOrd="2" presId="urn:microsoft.com/office/officeart/2005/8/layout/vList4"/>
    <dgm:cxn modelId="{294408C5-59F9-4287-8203-0D6AB5A44309}" type="presOf" srcId="{CF79E323-8ABB-4229-936D-721EFD725B01}" destId="{52D125D2-FCA7-4A2D-AB39-B6BD54F251F2}" srcOrd="1" destOrd="13" presId="urn:microsoft.com/office/officeart/2005/8/layout/vList4"/>
    <dgm:cxn modelId="{FE5360C5-555C-42B2-9E63-16D2D46F21B1}" type="presOf" srcId="{D868444B-AE34-4422-A6A5-1F7D392D0C20}" destId="{52D125D2-FCA7-4A2D-AB39-B6BD54F251F2}" srcOrd="1" destOrd="1" presId="urn:microsoft.com/office/officeart/2005/8/layout/vList4"/>
    <dgm:cxn modelId="{1C3272C9-C630-4D60-B76B-138907BB4D41}" srcId="{78BFB295-8F5D-4286-B72B-79142F8F0E13}" destId="{2E221207-005F-49CB-81E1-6D036D64322B}" srcOrd="1" destOrd="0" parTransId="{B200B6AA-AA2A-4CB8-80FF-4BB54938E8A5}" sibTransId="{3728DB5E-E904-481D-A1E5-49CF4AFFC0D3}"/>
    <dgm:cxn modelId="{718610CE-E7C0-435F-A1AE-22D465BC4CB0}" srcId="{78BFB295-8F5D-4286-B72B-79142F8F0E13}" destId="{14AABCAA-56E2-42F6-9974-EE8BDAA776B2}" srcOrd="3" destOrd="0" parTransId="{C2211976-CBD8-412B-B7EA-2B5AE6256A8E}" sibTransId="{991E1215-6080-4A93-8755-074ECCF72A34}"/>
    <dgm:cxn modelId="{7ACD64D1-1B08-44AF-9AB4-661809D39379}" type="presOf" srcId="{14AABCAA-56E2-42F6-9974-EE8BDAA776B2}" destId="{52D125D2-FCA7-4A2D-AB39-B6BD54F251F2}" srcOrd="1" destOrd="10" presId="urn:microsoft.com/office/officeart/2005/8/layout/vList4"/>
    <dgm:cxn modelId="{A70C9FD5-2935-4C81-937A-B6C05F5E54BA}" type="presOf" srcId="{2E221207-005F-49CB-81E1-6D036D64322B}" destId="{54FC4CB6-0791-48D3-B2C5-2E99B8AFCFF7}" srcOrd="0" destOrd="8" presId="urn:microsoft.com/office/officeart/2005/8/layout/vList4"/>
    <dgm:cxn modelId="{DC77A7DC-2139-494E-8895-71E44D6681CC}" type="presOf" srcId="{7CCF2E75-4844-4633-9BE9-7869285FF6BD}" destId="{54FC4CB6-0791-48D3-B2C5-2E99B8AFCFF7}" srcOrd="0" destOrd="6" presId="urn:microsoft.com/office/officeart/2005/8/layout/vList4"/>
    <dgm:cxn modelId="{2B6FB9DE-6761-40EA-A15A-0AA3D14F3AB3}" type="presOf" srcId="{FF502F5D-C471-43F2-98B1-2B3F382EBCC8}" destId="{54FC4CB6-0791-48D3-B2C5-2E99B8AFCFF7}" srcOrd="0" destOrd="2" presId="urn:microsoft.com/office/officeart/2005/8/layout/vList4"/>
    <dgm:cxn modelId="{DA463EE6-78DB-4E59-8099-EBA029F401B0}" type="presParOf" srcId="{6E1E561E-88C1-49C6-A3F7-DE4B9AD43273}" destId="{F70979D0-5925-4EC3-AD84-986E0EC7B0D8}" srcOrd="0" destOrd="0" presId="urn:microsoft.com/office/officeart/2005/8/layout/vList4"/>
    <dgm:cxn modelId="{2FE346D7-6685-4BD0-9465-988681234E35}" type="presParOf" srcId="{F70979D0-5925-4EC3-AD84-986E0EC7B0D8}" destId="{54FC4CB6-0791-48D3-B2C5-2E99B8AFCFF7}" srcOrd="0" destOrd="0" presId="urn:microsoft.com/office/officeart/2005/8/layout/vList4"/>
    <dgm:cxn modelId="{3671DC51-8308-4E14-B210-C8528BB18500}" type="presParOf" srcId="{F70979D0-5925-4EC3-AD84-986E0EC7B0D8}" destId="{9A7E2690-DE9C-4572-9BE5-B8C9A3B8BBB3}" srcOrd="1" destOrd="0" presId="urn:microsoft.com/office/officeart/2005/8/layout/vList4"/>
    <dgm:cxn modelId="{36512CCB-6AF4-4E79-94F2-3EAFE5E8BC48}" type="presParOf" srcId="{F70979D0-5925-4EC3-AD84-986E0EC7B0D8}" destId="{52D125D2-FCA7-4A2D-AB39-B6BD54F251F2}" srcOrd="2" destOrd="0" presId="urn:microsoft.com/office/officeart/2005/8/layout/vList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4FC4CB6-0791-48D3-B2C5-2E99B8AFCFF7}">
      <dsp:nvSpPr>
        <dsp:cNvPr id="0" name=""/>
        <dsp:cNvSpPr/>
      </dsp:nvSpPr>
      <dsp:spPr>
        <a:xfrm>
          <a:off x="0" y="0"/>
          <a:ext cx="11357705" cy="484523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MX" sz="3200" kern="1200" dirty="0"/>
            <a:t>Benjamin Pérez</a:t>
          </a:r>
          <a:endParaRPr lang="es-CL" sz="32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2000" u="sng" kern="1200" dirty="0"/>
            <a:t>Rol principal: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400" kern="1200" dirty="0"/>
            <a:t>Análisis de requisitos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400" kern="1200" dirty="0"/>
            <a:t>Arquitectura de software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400" kern="1200" dirty="0"/>
            <a:t>Prototipado </a:t>
          </a:r>
          <a:r>
            <a:rPr lang="es-CL" sz="1400" kern="1200" dirty="0" err="1"/>
            <a:t>Figma</a:t>
          </a:r>
          <a:endParaRPr lang="es-CL" sz="1400" kern="1200" dirty="0"/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400" kern="1200" dirty="0"/>
            <a:t>Evaluación Nielsen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400" kern="1200" dirty="0"/>
            <a:t>Casos de prueba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400" kern="1200" dirty="0"/>
            <a:t>Documentación final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MX" sz="1800" u="sng" kern="1200" dirty="0"/>
            <a:t>Funciones desempeñadas</a:t>
          </a:r>
          <a:endParaRPr lang="es-CL" sz="1800" u="sng" kern="1200" dirty="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400" kern="1200" dirty="0"/>
            <a:t>Definición de RF/RNF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400" kern="1200" dirty="0"/>
            <a:t>DAS y modelo 4+1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400" kern="1200" dirty="0"/>
            <a:t>Prototipo de alta fidelidad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400" kern="1200" dirty="0"/>
            <a:t>Evaluación heurística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400" kern="1200" dirty="0"/>
            <a:t>Registro de pruebas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400" kern="1200" dirty="0"/>
            <a:t>Control de versiones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L" sz="1400" kern="1200" dirty="0"/>
            <a:t>Entrega final</a:t>
          </a:r>
        </a:p>
      </dsp:txBody>
      <dsp:txXfrm>
        <a:off x="2756064" y="0"/>
        <a:ext cx="8601640" cy="4845236"/>
      </dsp:txXfrm>
    </dsp:sp>
    <dsp:sp modelId="{9A7E2690-DE9C-4572-9BE5-B8C9A3B8BBB3}">
      <dsp:nvSpPr>
        <dsp:cNvPr id="0" name=""/>
        <dsp:cNvSpPr/>
      </dsp:nvSpPr>
      <dsp:spPr>
        <a:xfrm>
          <a:off x="484523" y="484523"/>
          <a:ext cx="2271541" cy="3876189"/>
        </a:xfrm>
        <a:prstGeom prst="roundRect">
          <a:avLst>
            <a:gd name="adj" fmla="val 10000"/>
          </a:avLst>
        </a:prstGeom>
        <a:solidFill>
          <a:schemeClr val="accent5">
            <a:tint val="5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3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4">
  <dgm:title val=""/>
  <dgm:desc val=""/>
  <dgm:catLst>
    <dgm:cat type="list" pri="13000"/>
    <dgm:cat type="picture" pri="26000"/>
    <dgm:cat type="pictureconvert" pri="26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resizeHandles val="exact"/>
    </dgm:varLst>
    <dgm:alg type="lin">
      <dgm:param type="linDir" val="fromT"/>
      <dgm:param type="vertAlign" val="t"/>
    </dgm:alg>
    <dgm:shape xmlns:r="http://schemas.openxmlformats.org/officeDocument/2006/relationships" r:blip="">
      <dgm:adjLst/>
    </dgm:shape>
    <dgm:presOf/>
    <dgm:constrLst>
      <dgm:constr type="w" for="ch" forName="comp" refType="w"/>
      <dgm:constr type="h" for="ch" forName="comp" refType="h"/>
      <dgm:constr type="h" for="ch" forName="spacer" refType="h" refFor="ch" refForName="comp" op="equ" fact="0.1"/>
      <dgm:constr type="primFontSz" for="des" forName="text" op="equ" val="65"/>
    </dgm:constrLst>
    <dgm:ruleLst/>
    <dgm:forEach name="Name0" axis="ch" ptType="node">
      <dgm:layoutNode name="comp" styleLbl="node1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l" for="ch" forName="img" refType="h" refFor="ch" refForName="box" fact="0.1"/>
              <dgm:constr type="h" for="ch" forName="text" refType="h"/>
              <dgm:constr type="l" for="ch" forName="text" refType="r" refFor="ch" refForName="img"/>
              <dgm:constr type="r" for="ch" forName="text" refType="w"/>
            </dgm:constrLst>
          </dgm:if>
          <dgm:else name="Name3">
            <dgm:constrLst>
              <dgm:constr type="h" for="ch" forName="box" refType="h"/>
              <dgm:constr type="w" for="ch" forName="box" refType="w"/>
              <dgm:constr type="w" for="ch" forName="img" refType="w" refFor="ch" refForName="box" fact="0.2"/>
              <dgm:constr type="h" for="ch" forName="img" refType="h" refFor="ch" refForName="box" fact="0.8"/>
              <dgm:constr type="t" for="ch" forName="img" refType="h" refFor="ch" refForName="box" fact="0.1"/>
              <dgm:constr type="r" for="ch" forName="img" refType="w" refFor="ch" refForName="box"/>
              <dgm:constr type="rOff" for="ch" forName="img" refType="h" refFor="ch" refForName="box" fact="-0.1"/>
              <dgm:constr type="h" for="ch" forName="text" refType="h"/>
              <dgm:constr type="r" for="ch" forName="text" refType="l" refFor="ch" refForName="img"/>
              <dgm:constr type="l" for="ch" forName="text"/>
            </dgm:constrLst>
          </dgm:else>
        </dgm:choose>
        <dgm:ruleLst/>
        <dgm:layoutNode name="box" styleLbl="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/>
          <dgm:ruleLst/>
        </dgm:layoutNode>
        <dgm:layoutNode name="img" styleLbl="f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ext">
          <dgm:varLst>
            <dgm:bulletEnabled val="1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Name4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64A916-2C2E-265E-D1A7-F8BA8BAA5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2B618F-FEF4-D0FB-4038-D93A262EA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43312A-AEFB-3177-E12B-386C4F429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10-07-2026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7C3C00-ADC0-ABB2-EF55-4D170DA0D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B0C28A-E393-39C0-65D4-7252445FA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053887044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A7B6CD-9456-B138-ECD2-C8D7A666C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74D6B0-7AF3-685F-CEAB-5529E05E8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F52F25-C2C6-7F7B-276E-37CD648AA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10-07-2026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47A73-C5CF-9FE2-967B-D4D866F9D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ECAE93-9144-BF33-1401-DF6FFF6F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2392971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B56A89-B019-96BD-5BAD-62AE0C3AC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2B60B4-76B8-D88B-5674-F86DC3670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E800A-255F-4AE1-5E56-606A61B37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10-07-2026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FC92BF-9B9F-10CC-5BC8-BAC85DDB9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372357-062E-F22F-4B80-ED779DDD1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1426009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399D17-3BAA-B1F3-D450-274A02753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60F58E-6555-CC20-7FB5-60DB4AEFC8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CAA47F-EB54-628D-A823-3A00718BE8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890AFF8-D9BE-4C13-0483-E843C51CA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10-07-2026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CF5C03-2790-90EB-0D65-AA62820C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491F526-CDE5-755B-4A3F-50F807763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52846858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CF108-6B99-8CCE-C8FD-D995F996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B0B922A-6156-2235-AA95-A8B8C02B3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40D8F2-325E-B2D8-EDDA-56DE9D1F2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C58884F1-5F33-E36A-DEE4-9693FBE7DB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5DF08E0-1508-F512-337D-F5C8A5F0C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3ED18-81E3-9782-22CD-40D6A1909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10-07-2026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78D2E67-9BFA-E800-3A7E-8900D96D4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56AEF8A-22F0-544A-1B96-40996F1A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3044769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0A5D8-AC89-1289-2F04-0814CB9B1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703452B-17EB-394F-735B-5A921A58A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10-07-2026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60A54D4-94C4-7743-43A2-1A52792A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9886359-BA16-2E60-D21D-C9E1AD88B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02827478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9082406-6A57-2057-24EC-1A6C257A2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10-07-2026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D4737A7-3975-9225-3AAC-282F9F456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758996F-BDE4-86FA-BD9D-DFCAB914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3576406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5B1326-48D6-CCCF-9030-3AC9A67CD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704BD84-4F55-3649-4756-7A4CE760D3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F111F47-438E-ECB7-5D1F-CB07E54FD6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01E9545-DD0E-6A0B-2B88-934785A7E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10-07-2026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23CD897-12AF-A56D-CB14-1B41012DE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257B85-275B-F539-96E6-BF6C3F487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351477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5BFE8-4F8E-9F77-F45C-B4D870295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3CB21F6-368F-6F50-5C0D-6BE2DDE1E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12122B-29C5-7F4E-7EFB-41EF277FC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17332B2-B78B-790B-184B-C7299CC48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10-07-2026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1CBB3B-17B4-113F-AA5B-E804167AD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8A1FFA-A66B-F32D-E3CE-2337B07F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3660357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CA4049-BEF3-0AFD-A19B-45FF1D820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FD3394-1BB2-4A78-E0C2-B81E3B0A0C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FB1E014-02B1-2EA8-C324-69C065711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10-07-2026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D9E46F-A5FD-E000-2817-06E54BC72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F151D9-94A1-87E1-B673-4D3D316B9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5804739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B72A6E5-A0E4-586A-8BAE-08F39AC9E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C8C75B9-2362-53B4-3282-7D8A22F06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97AA35-3C24-08C9-2992-BE0C70C5D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1704C8-43E3-4F4F-BE90-356A640D5754}" type="datetimeFigureOut">
              <a:rPr lang="es-CL" smtClean="0"/>
              <a:t>10-07-2026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103D78-DCDD-276E-7575-A1992D70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0B15A-BAF6-5EBF-7331-0AFFFFABE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333768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48B6D4E-E3C2-3792-E3C4-2CBC2E052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882E89E-FB21-817B-8050-7AD81F9CE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A1C48C-F8B6-B30A-3815-D7ADD14FF2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704C8-43E3-4F4F-BE90-356A640D5754}" type="datetimeFigureOut">
              <a:rPr lang="es-CL" smtClean="0"/>
              <a:t>10-07-2026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9214F-88E2-1045-9D0B-C2ECD481C3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38CA17-DD6E-139F-6ED9-FAD83BB727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2AF52-67EF-4B3A-939D-BC0B060810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703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4529" y="495097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PROYECTO “El Mirador”</a:t>
            </a:r>
          </a:p>
          <a:p>
            <a:pPr algn="ctr"/>
            <a:r>
              <a:rPr lang="es-MX" sz="2400" dirty="0"/>
              <a:t>INGENIERÍA DE SOFTWARE | RQY1102</a:t>
            </a:r>
            <a:endParaRPr lang="es-CL" sz="2400" dirty="0"/>
          </a:p>
        </p:txBody>
      </p:sp>
      <p:pic>
        <p:nvPicPr>
          <p:cNvPr id="2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940DD14E-9A2F-BEB9-BA28-E596FDF87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7963" y="4463247"/>
            <a:ext cx="4536009" cy="1144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1963198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CD98BAAD-E67E-3FB9-220F-BD3AA3645FA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7569696"/>
              </p:ext>
            </p:extLst>
          </p:nvPr>
        </p:nvGraphicFramePr>
        <p:xfrm>
          <a:off x="396815" y="1710818"/>
          <a:ext cx="11357705" cy="48452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“El mirador”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3611255" y="24210"/>
            <a:ext cx="36089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INTEGRANTES, ROLES Y TIPO DE ORGANIZACIÓN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F34C1673-2DCA-9FAD-9F94-869857BE3E65}"/>
              </a:ext>
            </a:extLst>
          </p:cNvPr>
          <p:cNvSpPr txBox="1"/>
          <p:nvPr/>
        </p:nvSpPr>
        <p:spPr>
          <a:xfrm>
            <a:off x="7537711" y="2365242"/>
            <a:ext cx="265871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u="sng" dirty="0">
                <a:solidFill>
                  <a:schemeClr val="bg1"/>
                </a:solidFill>
              </a:rPr>
              <a:t>Tipo de organización:</a:t>
            </a:r>
          </a:p>
          <a:p>
            <a:pPr>
              <a:defRPr sz="1250" b="0">
                <a:solidFill>
                  <a:srgbClr val="232323"/>
                </a:solidFill>
              </a:defRPr>
            </a:pPr>
            <a:r>
              <a:rPr lang="es-MX" sz="1400" dirty="0">
                <a:solidFill>
                  <a:schemeClr val="bg1"/>
                </a:solidFill>
              </a:rPr>
              <a:t>Trabajo organizado por roles funcionales.</a:t>
            </a:r>
          </a:p>
          <a:p>
            <a:pPr>
              <a:defRPr sz="1250" b="0">
                <a:solidFill>
                  <a:srgbClr val="232323"/>
                </a:solidFill>
              </a:defRPr>
            </a:pPr>
            <a:endParaRPr lang="es-MX" sz="1400" dirty="0">
              <a:solidFill>
                <a:schemeClr val="bg1"/>
              </a:solidFill>
            </a:endParaRPr>
          </a:p>
          <a:p>
            <a:pPr>
              <a:defRPr sz="1250" b="0">
                <a:solidFill>
                  <a:srgbClr val="232323"/>
                </a:solidFill>
              </a:defRPr>
            </a:pPr>
            <a:r>
              <a:rPr lang="es-MX" sz="1400" dirty="0">
                <a:solidFill>
                  <a:schemeClr val="bg1"/>
                </a:solidFill>
              </a:rPr>
              <a:t>Aunque el desarrollo académico fue individual, se planificó el proyecto considerando perfiles profesionales para gestión, requisitos, arquitectura, UX/UI, QA y documentación.</a:t>
            </a:r>
          </a:p>
          <a:p>
            <a:endParaRPr lang="es-CL" u="sng" dirty="0">
              <a:solidFill>
                <a:schemeClr val="bg1"/>
              </a:solidFill>
            </a:endParaRP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436815989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“El mirador”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DESCRIPCIÓN Y PROPUESTA DE SOLUCIÓN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5CB288BD-84B1-DF16-6004-32D5F8A61FF7}"/>
              </a:ext>
            </a:extLst>
          </p:cNvPr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Problema / Necesidad del Cliente</a:t>
            </a:r>
          </a:p>
          <a:p>
            <a:pPr lvl="0" algn="ctr"/>
            <a:endParaRPr lang="es-MX" u="sng" dirty="0"/>
          </a:p>
          <a:p>
            <a:pPr>
              <a:defRPr sz="1250" b="0">
                <a:solidFill>
                  <a:srgbClr val="232323"/>
                </a:solidFill>
              </a:defRPr>
            </a:pPr>
            <a:r>
              <a:rPr lang="es-MX" sz="1400" dirty="0"/>
              <a:t>El Edificio El Mirador posee 20 pisos y 160 departamentos. La administración enfrenta procesos manuales, información no centralizada, dificultad para controlar pagos, morosidad y comunicación poco clara con residentes.</a:t>
            </a:r>
          </a:p>
          <a:p>
            <a:pPr>
              <a:defRPr sz="1250" b="0">
                <a:solidFill>
                  <a:srgbClr val="232323"/>
                </a:solidFill>
              </a:defRPr>
            </a:pPr>
            <a:endParaRPr lang="es-MX" sz="1400" dirty="0"/>
          </a:p>
          <a:p>
            <a:pPr>
              <a:defRPr sz="1250" b="0">
                <a:solidFill>
                  <a:srgbClr val="232323"/>
                </a:solidFill>
              </a:defRPr>
            </a:pPr>
            <a:r>
              <a:rPr lang="es-MX" sz="1400" dirty="0"/>
              <a:t>Esto afecta la transparencia, la eficiencia administrativa y el seguimiento de solicitudes.</a:t>
            </a:r>
          </a:p>
          <a:p>
            <a:pPr lvl="0" algn="ctr"/>
            <a:endParaRPr lang="es-CL" sz="1800" u="sng" dirty="0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DC84C5C-77A0-B2A2-F0BB-8A7713B865EA}"/>
              </a:ext>
            </a:extLst>
          </p:cNvPr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name="adj" fmla="val 1090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lvl="0" algn="ctr"/>
            <a:r>
              <a:rPr lang="es-MX" sz="2800" u="sng" dirty="0"/>
              <a:t>Propuesta de Solución de Software</a:t>
            </a:r>
          </a:p>
          <a:p>
            <a:pPr lvl="0" algn="ctr"/>
            <a:endParaRPr lang="es-MX" u="sng" dirty="0"/>
          </a:p>
          <a:p>
            <a:pPr>
              <a:defRPr sz="1250" b="0">
                <a:solidFill>
                  <a:srgbClr val="232323"/>
                </a:solidFill>
              </a:defRPr>
            </a:pPr>
            <a:r>
              <a:rPr lang="es-MX" sz="1400" dirty="0"/>
              <a:t>Sistema web para centralizar la gestión administrativa del edificio.</a:t>
            </a:r>
          </a:p>
          <a:p>
            <a:pPr>
              <a:defRPr sz="1250" b="0">
                <a:solidFill>
                  <a:srgbClr val="232323"/>
                </a:solidFill>
              </a:defRPr>
            </a:pPr>
            <a:endParaRPr lang="es-MX" sz="1400" dirty="0"/>
          </a:p>
          <a:p>
            <a:pPr>
              <a:defRPr sz="1250" b="0">
                <a:solidFill>
                  <a:srgbClr val="232323"/>
                </a:solidFill>
              </a:defRPr>
            </a:pPr>
            <a:r>
              <a:rPr lang="es-MX" sz="1400" dirty="0"/>
              <a:t>Automatiza procesos como gestión de residentes, unidades habitacionales, gastos comunes, pagos, morosidad, notificaciones, reclamos, solicitudes y reportes.</a:t>
            </a:r>
          </a:p>
          <a:p>
            <a:pPr>
              <a:defRPr sz="1250" b="0">
                <a:solidFill>
                  <a:srgbClr val="232323"/>
                </a:solidFill>
              </a:defRPr>
            </a:pPr>
            <a:endParaRPr lang="es-MX" sz="1400" dirty="0"/>
          </a:p>
          <a:p>
            <a:pPr>
              <a:defRPr sz="1250" b="0">
                <a:solidFill>
                  <a:srgbClr val="232323"/>
                </a:solidFill>
              </a:defRPr>
            </a:pPr>
            <a:r>
              <a:rPr lang="es-MX" sz="1400" dirty="0"/>
              <a:t>El prototipo se enfoca en RF-04 Gestión de Residentes.</a:t>
            </a:r>
          </a:p>
        </p:txBody>
      </p:sp>
      <p:sp>
        <p:nvSpPr>
          <p:cNvPr id="8" name="Flecha: a la derecha 7">
            <a:extLst>
              <a:ext uri="{FF2B5EF4-FFF2-40B4-BE49-F238E27FC236}">
                <a16:creationId xmlns:a16="http://schemas.microsoft.com/office/drawing/2014/main" id="{E4B09E7F-FBE6-31BF-0C0F-DD32DBE05724}"/>
              </a:ext>
            </a:extLst>
          </p:cNvPr>
          <p:cNvSpPr/>
          <p:nvPr/>
        </p:nvSpPr>
        <p:spPr>
          <a:xfrm>
            <a:off x="5456903" y="3736258"/>
            <a:ext cx="1140542" cy="7570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7573075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“El mirador”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CICLO DE VIDA DEL SOFTWARE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3F190D2C-8288-2D28-95F8-BE51532AAD2E}"/>
              </a:ext>
            </a:extLst>
          </p:cNvPr>
          <p:cNvSpPr txBox="1"/>
          <p:nvPr/>
        </p:nvSpPr>
        <p:spPr>
          <a:xfrm>
            <a:off x="698740" y="2216989"/>
            <a:ext cx="1099005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1-. </a:t>
            </a:r>
            <a:r>
              <a:rPr lang="es-CL" u="sng" dirty="0"/>
              <a:t>Análisis</a:t>
            </a:r>
            <a:r>
              <a:rPr lang="es-CL" dirty="0"/>
              <a:t> : Se analizaron los problemas del Edificio El Mirador, principalmente los procesos manuales, la gestión de pagos, morosidad, residentes y comunicación. A partir de esto se definieron los requisitos funcionales y no funcionales del sistema.</a:t>
            </a:r>
          </a:p>
          <a:p>
            <a:endParaRPr lang="es-CL" dirty="0"/>
          </a:p>
          <a:p>
            <a:r>
              <a:rPr lang="es-CL" dirty="0"/>
              <a:t>2.-</a:t>
            </a:r>
            <a:r>
              <a:rPr lang="es-CL" u="sng" dirty="0"/>
              <a:t>Diseño</a:t>
            </a:r>
            <a:r>
              <a:rPr lang="es-CL" dirty="0"/>
              <a:t>: Se diseñó la solución mediante una arquitectura monolítica en capas, diagramas UML bajo el modelo 4+1 y la definición de los principales módulos del sistema. También se establecieron principios de diseño y la estructura general de la solución.</a:t>
            </a:r>
          </a:p>
          <a:p>
            <a:endParaRPr lang="es-CL" dirty="0"/>
          </a:p>
          <a:p>
            <a:r>
              <a:rPr lang="es-CL" dirty="0"/>
              <a:t>3.-</a:t>
            </a:r>
            <a:r>
              <a:rPr lang="es-CL" u="sng" dirty="0"/>
              <a:t>Prototipado</a:t>
            </a:r>
            <a:r>
              <a:rPr lang="es-CL" dirty="0"/>
              <a:t>: Se desarrolló un prototipo de alta fidelidad en </a:t>
            </a:r>
            <a:r>
              <a:rPr lang="es-CL" dirty="0" err="1"/>
              <a:t>Figma</a:t>
            </a:r>
            <a:r>
              <a:rPr lang="es-CL" dirty="0"/>
              <a:t> para representar los principales flujos del módulo RF-04 Gestión de Residentes, incluyendo registro, edición, consulta, desactivación y navegación según el tipo de usuario.</a:t>
            </a:r>
          </a:p>
          <a:p>
            <a:endParaRPr lang="es-CL" dirty="0"/>
          </a:p>
          <a:p>
            <a:r>
              <a:rPr lang="es-CL" dirty="0"/>
              <a:t>4.-</a:t>
            </a:r>
            <a:r>
              <a:rPr lang="es-CL" u="sng" dirty="0"/>
              <a:t>Validacion y pruebas </a:t>
            </a:r>
            <a:r>
              <a:rPr lang="es-CL" dirty="0"/>
              <a:t>: Se evaluó el prototipo mediante heurísticas de Nielsen y casos de prueba funcionales. Los resultados obtenidos permitieron identificar mejoras y comprobar el funcionamiento de los flujos principales de la versión final.</a:t>
            </a:r>
          </a:p>
        </p:txBody>
      </p:sp>
    </p:spTree>
    <p:extLst>
      <p:ext uri="{BB962C8B-B14F-4D97-AF65-F5344CB8AC3E}">
        <p14:creationId xmlns:p14="http://schemas.microsoft.com/office/powerpoint/2010/main" val="2717669782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7A43B-E9EF-7208-832D-4433CB3916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370E13F4-F775-1CA7-BF9D-3E78A662E7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EC32AD97-7CE6-F36C-6DA3-86E520AE337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“El mirador”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0F872E78-9E93-8A62-023F-58C804E448FA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AC88EE47-E292-22E0-DDF0-329DD4EAF60E}"/>
              </a:ext>
            </a:extLst>
          </p:cNvPr>
          <p:cNvSpPr txBox="1"/>
          <p:nvPr/>
        </p:nvSpPr>
        <p:spPr>
          <a:xfrm>
            <a:off x="1" y="758027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Fases aplicadas al proyecto</a:t>
            </a:r>
            <a:endParaRPr lang="es-CL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D3E429-D786-FA4F-7F26-E1CC5F4BF632}"/>
              </a:ext>
            </a:extLst>
          </p:cNvPr>
          <p:cNvSpPr txBox="1"/>
          <p:nvPr/>
        </p:nvSpPr>
        <p:spPr>
          <a:xfrm>
            <a:off x="457200" y="1587260"/>
            <a:ext cx="1130923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Metodología aplicada: modelo en cascada</a:t>
            </a:r>
          </a:p>
          <a:p>
            <a:r>
              <a:rPr lang="es-CL" dirty="0"/>
              <a:t>Se utilizó una metodología tradicional en cascada, desarrollando el proyecto de forma secuencial. Cada etapa se trabajó a partir de los resultados de la anterior, comenzando con el análisis de necesidades y requisitos, continuando con el diseño de la solución y finalizando con el prototipado, evaluación y pruebas.</a:t>
            </a:r>
          </a:p>
          <a:p>
            <a:endParaRPr lang="es-CL" b="1" dirty="0"/>
          </a:p>
          <a:p>
            <a:endParaRPr lang="es-CL" b="1" dirty="0"/>
          </a:p>
          <a:p>
            <a:endParaRPr lang="es-CL" b="1" dirty="0"/>
          </a:p>
          <a:p>
            <a:r>
              <a:rPr lang="es-CL" b="1" dirty="0"/>
              <a:t>Justificación:</a:t>
            </a:r>
          </a:p>
          <a:p>
            <a:r>
              <a:rPr lang="es-CL" dirty="0"/>
              <a:t>Se eligió esta metodología porque el proyecto se desarrolló mediante entregables definidos durante el semestre y con un avance ordenado entre etapas. Esto permitió mantener trazabilidad entre los requisitos, la arquitectura, los diagramas, el prototipo y las pruebas realizadas.</a:t>
            </a:r>
            <a:endParaRPr lang="es-CL" b="1" dirty="0"/>
          </a:p>
          <a:p>
            <a:endParaRPr lang="es-CL" dirty="0"/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4250928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“El mirador”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797058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OBJETIVOS, ALCANCE Y LIMITACIONES DEL PROYECTO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B22EFCD2-D40C-AF32-0DFD-67095443F080}"/>
              </a:ext>
            </a:extLst>
          </p:cNvPr>
          <p:cNvSpPr/>
          <p:nvPr/>
        </p:nvSpPr>
        <p:spPr>
          <a:xfrm>
            <a:off x="379562" y="1699404"/>
            <a:ext cx="3200400" cy="48998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76B6460A-C719-CEA9-0FF5-03CB631BF6CD}"/>
              </a:ext>
            </a:extLst>
          </p:cNvPr>
          <p:cNvSpPr/>
          <p:nvPr/>
        </p:nvSpPr>
        <p:spPr>
          <a:xfrm>
            <a:off x="4372154" y="1699404"/>
            <a:ext cx="3200400" cy="48998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04907F3-1486-3083-2AE5-52076A7144AF}"/>
              </a:ext>
            </a:extLst>
          </p:cNvPr>
          <p:cNvSpPr/>
          <p:nvPr/>
        </p:nvSpPr>
        <p:spPr>
          <a:xfrm>
            <a:off x="8364747" y="1699404"/>
            <a:ext cx="3200400" cy="489980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20E05DA-3B62-0131-978C-E99330D7BFFC}"/>
              </a:ext>
            </a:extLst>
          </p:cNvPr>
          <p:cNvSpPr txBox="1"/>
          <p:nvPr/>
        </p:nvSpPr>
        <p:spPr>
          <a:xfrm>
            <a:off x="655608" y="2260121"/>
            <a:ext cx="2587924" cy="3639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71450">
              <a:spcAft>
                <a:spcPts val="300"/>
              </a:spcAft>
              <a:defRPr sz="1250">
                <a:solidFill>
                  <a:srgbClr val="232323"/>
                </a:solidFill>
              </a:defRPr>
            </a:pPr>
            <a:r>
              <a:rPr lang="es-MX" b="1" u="sng" dirty="0"/>
              <a:t>OBJETIVOS</a:t>
            </a:r>
          </a:p>
          <a:p>
            <a:pPr marL="4000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</a:defRPr>
            </a:pPr>
            <a:r>
              <a:rPr lang="es-MX" dirty="0"/>
              <a:t>Centralizar información del edificio</a:t>
            </a:r>
          </a:p>
          <a:p>
            <a:pPr marL="114300">
              <a:spcAft>
                <a:spcPts val="300"/>
              </a:spcAft>
              <a:defRPr sz="1250">
                <a:solidFill>
                  <a:srgbClr val="232323"/>
                </a:solidFill>
              </a:defRPr>
            </a:pPr>
            <a:endParaRPr lang="es-MX" dirty="0"/>
          </a:p>
          <a:p>
            <a:pPr marL="4000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</a:defRPr>
            </a:pPr>
            <a:r>
              <a:rPr lang="es-MX" dirty="0"/>
              <a:t>Mejorar control de pagos y morosidad</a:t>
            </a:r>
          </a:p>
          <a:p>
            <a:pPr marL="114300">
              <a:spcAft>
                <a:spcPts val="300"/>
              </a:spcAft>
              <a:defRPr sz="1250">
                <a:solidFill>
                  <a:srgbClr val="232323"/>
                </a:solidFill>
              </a:defRPr>
            </a:pPr>
            <a:endParaRPr lang="es-MX" dirty="0"/>
          </a:p>
          <a:p>
            <a:pPr marL="4000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</a:defRPr>
            </a:pPr>
            <a:r>
              <a:rPr lang="es-MX" dirty="0"/>
              <a:t>Facilitar consultas de administración y residentes</a:t>
            </a:r>
          </a:p>
          <a:p>
            <a:pPr marL="114300">
              <a:spcAft>
                <a:spcPts val="300"/>
              </a:spcAft>
              <a:defRPr sz="1250">
                <a:solidFill>
                  <a:srgbClr val="232323"/>
                </a:solidFill>
              </a:defRPr>
            </a:pPr>
            <a:endParaRPr lang="es-MX" dirty="0"/>
          </a:p>
          <a:p>
            <a:pPr marL="4000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</a:defRPr>
            </a:pPr>
            <a:r>
              <a:rPr lang="es-MX" dirty="0"/>
              <a:t>Reducir errores de procesos manuales</a:t>
            </a:r>
          </a:p>
          <a:p>
            <a:pPr marL="114300">
              <a:spcAft>
                <a:spcPts val="300"/>
              </a:spcAft>
              <a:defRPr sz="1250">
                <a:solidFill>
                  <a:srgbClr val="232323"/>
                </a:solidFill>
              </a:defRPr>
            </a:pPr>
            <a:endParaRPr lang="es-MX" dirty="0"/>
          </a:p>
          <a:p>
            <a:pPr marL="4000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</a:defRPr>
            </a:pPr>
            <a:r>
              <a:rPr lang="es-MX" dirty="0"/>
              <a:t>Validar flujos mediante prototipo</a:t>
            </a:r>
          </a:p>
          <a:p>
            <a:endParaRPr lang="es-CL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A4C19AE-2DFB-C9A0-58C1-E4D9DF55A3F4}"/>
              </a:ext>
            </a:extLst>
          </p:cNvPr>
          <p:cNvSpPr txBox="1"/>
          <p:nvPr/>
        </p:nvSpPr>
        <p:spPr>
          <a:xfrm>
            <a:off x="4577752" y="2260121"/>
            <a:ext cx="2587924" cy="29084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71450">
              <a:spcAft>
                <a:spcPts val="300"/>
              </a:spcAft>
              <a:defRPr sz="1250">
                <a:solidFill>
                  <a:srgbClr val="232323"/>
                </a:solidFill>
              </a:defRPr>
            </a:pPr>
            <a:r>
              <a:rPr lang="es-MX" b="1" u="sng" dirty="0"/>
              <a:t>ALCANCE</a:t>
            </a:r>
          </a:p>
          <a:p>
            <a:pPr marL="285750" indent="-285750">
              <a:buFont typeface="Arial" panose="020B0604020202020204" pitchFamily="34" charset="0"/>
              <a:buChar char="•"/>
              <a:defRPr sz="1250" b="0">
                <a:solidFill>
                  <a:srgbClr val="232323"/>
                </a:solidFill>
              </a:defRPr>
            </a:pPr>
            <a:r>
              <a:rPr lang="es-MX" dirty="0"/>
              <a:t>Sistema web para gestión administrativa del edificio.</a:t>
            </a:r>
          </a:p>
          <a:p>
            <a:pPr>
              <a:defRPr sz="1250" b="0">
                <a:solidFill>
                  <a:srgbClr val="232323"/>
                </a:solidFill>
              </a:defRPr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  <a:defRPr sz="1250" b="0">
                <a:solidFill>
                  <a:srgbClr val="232323"/>
                </a:solidFill>
              </a:defRPr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  <a:defRPr sz="1250" b="0">
                <a:solidFill>
                  <a:srgbClr val="232323"/>
                </a:solidFill>
              </a:defRPr>
            </a:pPr>
            <a:r>
              <a:rPr lang="es-MX" dirty="0"/>
              <a:t>Incluye usuarios, residentes, unidades, pagos, morosidad, notificaciones, solicitudes, reclamos, consultas y reportes.</a:t>
            </a:r>
          </a:p>
          <a:p>
            <a:pPr>
              <a:defRPr sz="1250" b="0">
                <a:solidFill>
                  <a:srgbClr val="232323"/>
                </a:solidFill>
              </a:defRPr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  <a:defRPr sz="1250" b="0">
                <a:solidFill>
                  <a:srgbClr val="232323"/>
                </a:solidFill>
              </a:defRPr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  <a:defRPr sz="1250" b="0">
                <a:solidFill>
                  <a:srgbClr val="232323"/>
                </a:solidFill>
              </a:defRPr>
            </a:pPr>
            <a:r>
              <a:rPr lang="es-MX" dirty="0"/>
              <a:t>Prototipo final enfocado en RF-04 Gestión de Residentes.</a:t>
            </a:r>
          </a:p>
          <a:p>
            <a:endParaRPr lang="es-CL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ACD6FC8-6175-222E-380F-F4D9D864A0D6}"/>
              </a:ext>
            </a:extLst>
          </p:cNvPr>
          <p:cNvSpPr txBox="1"/>
          <p:nvPr/>
        </p:nvSpPr>
        <p:spPr>
          <a:xfrm>
            <a:off x="8772152" y="2260121"/>
            <a:ext cx="2587924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171450">
              <a:spcAft>
                <a:spcPts val="300"/>
              </a:spcAft>
              <a:defRPr sz="1250">
                <a:solidFill>
                  <a:srgbClr val="232323"/>
                </a:solidFill>
              </a:defRPr>
            </a:pPr>
            <a:r>
              <a:rPr lang="es-MX" b="1" u="sng" dirty="0"/>
              <a:t>LIMITACIONES</a:t>
            </a:r>
          </a:p>
          <a:p>
            <a:pPr marL="4000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</a:defRPr>
            </a:pPr>
            <a:r>
              <a:rPr lang="es-MX" dirty="0"/>
              <a:t>No se implementa código funcional completo</a:t>
            </a:r>
          </a:p>
          <a:p>
            <a:pPr marL="114300">
              <a:spcAft>
                <a:spcPts val="300"/>
              </a:spcAft>
              <a:defRPr sz="1250">
                <a:solidFill>
                  <a:srgbClr val="232323"/>
                </a:solidFill>
              </a:defRPr>
            </a:pPr>
            <a:endParaRPr lang="es-MX" dirty="0"/>
          </a:p>
          <a:p>
            <a:pPr marL="4000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</a:defRPr>
            </a:pPr>
            <a:r>
              <a:rPr lang="es-MX" dirty="0"/>
              <a:t>Prototipo no procesa pagos reales</a:t>
            </a:r>
          </a:p>
          <a:p>
            <a:pPr marL="114300">
              <a:spcAft>
                <a:spcPts val="300"/>
              </a:spcAft>
              <a:defRPr sz="1250">
                <a:solidFill>
                  <a:srgbClr val="232323"/>
                </a:solidFill>
              </a:defRPr>
            </a:pPr>
            <a:endParaRPr lang="es-MX" dirty="0"/>
          </a:p>
          <a:p>
            <a:pPr marL="4000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</a:defRPr>
            </a:pPr>
            <a:r>
              <a:rPr lang="es-MX" dirty="0"/>
              <a:t>No hay integración bancaria real</a:t>
            </a:r>
          </a:p>
          <a:p>
            <a:pPr marL="114300">
              <a:spcAft>
                <a:spcPts val="300"/>
              </a:spcAft>
              <a:defRPr sz="1250">
                <a:solidFill>
                  <a:srgbClr val="232323"/>
                </a:solidFill>
              </a:defRPr>
            </a:pPr>
            <a:endParaRPr lang="es-MX" dirty="0"/>
          </a:p>
          <a:p>
            <a:pPr marL="4000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</a:defRPr>
            </a:pPr>
            <a:r>
              <a:rPr lang="es-MX" dirty="0"/>
              <a:t>Datos usados son simulados</a:t>
            </a:r>
          </a:p>
          <a:p>
            <a:pPr marL="114300">
              <a:spcAft>
                <a:spcPts val="300"/>
              </a:spcAft>
              <a:defRPr sz="1250">
                <a:solidFill>
                  <a:srgbClr val="232323"/>
                </a:solidFill>
              </a:defRPr>
            </a:pPr>
            <a:endParaRPr lang="es-MX" dirty="0"/>
          </a:p>
          <a:p>
            <a:pPr marL="400050" indent="-285750">
              <a:spcAft>
                <a:spcPts val="300"/>
              </a:spcAft>
              <a:buFont typeface="Arial" panose="020B0604020202020204" pitchFamily="34" charset="0"/>
              <a:buChar char="•"/>
              <a:defRPr sz="1250">
                <a:solidFill>
                  <a:srgbClr val="232323"/>
                </a:solidFill>
              </a:defRPr>
            </a:pPr>
            <a:r>
              <a:rPr lang="es-MX" dirty="0"/>
              <a:t>Evaluación centrada en prototipo y documentación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29995646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“El mirador”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73826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ESTRATEGIAS DE GESTIÓN DEL PROYECTO</a:t>
            </a:r>
            <a:endParaRPr lang="es-CL" dirty="0"/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447F4F04-43D9-BAFE-8897-8192E30CFABD}"/>
              </a:ext>
            </a:extLst>
          </p:cNvPr>
          <p:cNvGraphicFramePr>
            <a:graphicFrameLocks noGrp="1"/>
          </p:cNvGraphicFramePr>
          <p:nvPr/>
        </p:nvGraphicFramePr>
        <p:xfrm>
          <a:off x="685800" y="1325880"/>
          <a:ext cx="108356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7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17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Estrategia</a:t>
                      </a:r>
                    </a:p>
                  </a:txBody>
                  <a:tcPr marL="36576" marR="36576" marT="27432" marB="27432">
                    <a:solidFill>
                      <a:srgbClr val="174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Aplicación</a:t>
                      </a:r>
                    </a:p>
                  </a:txBody>
                  <a:tcPr marL="36576" marR="36576" marT="27432" marB="27432">
                    <a:solidFill>
                      <a:srgbClr val="1749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</a:rPr>
                        <a:t>Alcance</a:t>
                      </a:r>
                    </a:p>
                  </a:txBody>
                  <a:tcPr marL="36576" marR="36576" marT="27432" marB="27432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</a:rPr>
                        <a:t>Se delimitó el proyecto a una solución web para apoyar la gestión del Edificio El Mirador.</a:t>
                      </a:r>
                    </a:p>
                  </a:txBody>
                  <a:tcPr marL="36576" marR="36576" marT="27432" marB="27432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</a:rPr>
                        <a:t>Tiempo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</a:rPr>
                        <a:t>La planificación se organizó con EDT y Carta Gantt desde análisis hasta entrega final.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</a:rPr>
                        <a:t>Costos</a:t>
                      </a:r>
                    </a:p>
                  </a:txBody>
                  <a:tcPr marL="36576" marR="36576" marT="27432" marB="27432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</a:rPr>
                        <a:t>Se estimaron horas por actividad y costos según perfiles profesionales de referencia.</a:t>
                      </a:r>
                    </a:p>
                  </a:txBody>
                  <a:tcPr marL="36576" marR="36576" marT="27432" marB="27432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</a:rPr>
                        <a:t>Calidad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</a:rPr>
                        <a:t>Se aplicaron criterios ISO/IEC 25010, evaluación Nielsen y pruebas funcionales.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390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32323"/>
                          </a:solidFill>
                        </a:rPr>
                        <a:t>Versionamiento</a:t>
                      </a:r>
                    </a:p>
                  </a:txBody>
                  <a:tcPr marL="36576" marR="36576" marT="27432" marB="27432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dirty="0">
                          <a:solidFill>
                            <a:srgbClr val="232323"/>
                          </a:solidFill>
                        </a:rPr>
                        <a:t>Se </a:t>
                      </a:r>
                      <a:r>
                        <a:rPr sz="1100" b="0" dirty="0" err="1">
                          <a:solidFill>
                            <a:srgbClr val="232323"/>
                          </a:solidFill>
                        </a:rPr>
                        <a:t>mantuvo</a:t>
                      </a:r>
                      <a:r>
                        <a:rPr sz="1100" b="0" dirty="0">
                          <a:solidFill>
                            <a:srgbClr val="232323"/>
                          </a:solidFill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32323"/>
                          </a:solidFill>
                        </a:rPr>
                        <a:t>historial</a:t>
                      </a:r>
                      <a:r>
                        <a:rPr sz="1100" b="0" dirty="0">
                          <a:solidFill>
                            <a:srgbClr val="232323"/>
                          </a:solidFill>
                        </a:rPr>
                        <a:t> del </a:t>
                      </a:r>
                      <a:r>
                        <a:rPr sz="1100" b="0" dirty="0" err="1">
                          <a:solidFill>
                            <a:srgbClr val="232323"/>
                          </a:solidFill>
                        </a:rPr>
                        <a:t>prototipo</a:t>
                      </a:r>
                      <a:r>
                        <a:rPr sz="1100" b="0" dirty="0">
                          <a:solidFill>
                            <a:srgbClr val="232323"/>
                          </a:solidFill>
                        </a:rPr>
                        <a:t> </a:t>
                      </a:r>
                      <a:r>
                        <a:rPr sz="1100" b="0" dirty="0" err="1">
                          <a:solidFill>
                            <a:srgbClr val="232323"/>
                          </a:solidFill>
                        </a:rPr>
                        <a:t>en</a:t>
                      </a:r>
                      <a:r>
                        <a:rPr sz="1100" b="0" dirty="0">
                          <a:solidFill>
                            <a:srgbClr val="232323"/>
                          </a:solidFill>
                        </a:rPr>
                        <a:t> Figma: v1.0, </a:t>
                      </a:r>
                      <a:r>
                        <a:rPr sz="1100" b="0" dirty="0" err="1">
                          <a:solidFill>
                            <a:srgbClr val="232323"/>
                          </a:solidFill>
                        </a:rPr>
                        <a:t>mejoras</a:t>
                      </a:r>
                      <a:r>
                        <a:rPr sz="1100" b="0" dirty="0">
                          <a:solidFill>
                            <a:srgbClr val="232323"/>
                          </a:solidFill>
                        </a:rPr>
                        <a:t> y v2.0 final.</a:t>
                      </a:r>
                    </a:p>
                  </a:txBody>
                  <a:tcPr marL="36576" marR="36576" marT="27432" marB="27432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4199749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“El mirador”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PLANIFICACIÓN DEL PROYECTO (EDT + CARTA GANTT)</a:t>
            </a:r>
          </a:p>
          <a:p>
            <a:pPr algn="ctr"/>
            <a:r>
              <a:rPr lang="es-MX" sz="1600" dirty="0">
                <a:solidFill>
                  <a:schemeClr val="bg2">
                    <a:lumMod val="50000"/>
                  </a:schemeClr>
                </a:solidFill>
              </a:rPr>
              <a:t>* Adjuntar Carta Gantt detallada. Indicar avance y cumplimiento al término del proyecto.</a:t>
            </a:r>
            <a:endParaRPr lang="es-CL" sz="10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8B2F1520-3CC5-4783-FA04-3AF6DD368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81257"/>
            <a:ext cx="12192000" cy="3921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3383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“El mirador”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1" y="1432655"/>
            <a:ext cx="32866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 SOFTWARE - MODELO 4+1 (UML)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• Vista Escenario: Caso uso general</a:t>
            </a:r>
          </a:p>
          <a:p>
            <a:pPr algn="ctr"/>
            <a:endParaRPr lang="es-MX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12F0FE99-36E2-AED1-2045-0ADD8AE2A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7106" y="1046189"/>
            <a:ext cx="7986452" cy="562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491460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7A66A-74E7-7778-DEDD-1C899E3878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2A0A3B5B-6711-9B48-E7FE-D72CAD79A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2C3B82AB-5656-459C-16B8-772B2240DABE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“El mirador”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FF4F5B6-5BCC-FFF2-F03B-000979B2AF95}"/>
              </a:ext>
            </a:extLst>
          </p:cNvPr>
          <p:cNvSpPr txBox="1"/>
          <p:nvPr/>
        </p:nvSpPr>
        <p:spPr>
          <a:xfrm>
            <a:off x="1" y="1432655"/>
            <a:ext cx="32866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 SOFTWARE - MODELO 4+1 (UML)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• Vista Escenario: Caso de uso especifico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AF4A901-51D8-096E-8D44-055EC7094279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25C6D5DB-7723-5CC8-01D0-1C1E4CCF8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536" y="1154280"/>
            <a:ext cx="6683319" cy="508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994161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03775-E23B-26DC-4EC6-CB3E39E83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C837A123-D64C-2DD2-3413-FA9B282CC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C55135B-BB7C-006F-43B6-B6A08F0FB4B6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“El mirador”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066F22D-CE4B-8169-0EBF-4B6C2299EC43}"/>
              </a:ext>
            </a:extLst>
          </p:cNvPr>
          <p:cNvSpPr txBox="1"/>
          <p:nvPr/>
        </p:nvSpPr>
        <p:spPr>
          <a:xfrm>
            <a:off x="1" y="1432655"/>
            <a:ext cx="32866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 SOFTWARE - MODELO 4+1 (UML)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• Vista Lógica: Clases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A3046222-6128-1F62-A7DA-5B4B33DD1C5C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BEB4C24F-6B31-B1FB-3248-AC6E05AE72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617" y="738260"/>
            <a:ext cx="7372570" cy="6013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843516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D801D-26CD-803B-A4FE-951F8B949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48FE73B9-7F88-6CB1-172B-2B26E11DA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D1454D53-055E-B8ED-4621-3907B9D66EA6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“El mirador”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7522184-FE1F-9CCA-4EC3-8BF0F949277D}"/>
              </a:ext>
            </a:extLst>
          </p:cNvPr>
          <p:cNvSpPr txBox="1"/>
          <p:nvPr/>
        </p:nvSpPr>
        <p:spPr>
          <a:xfrm>
            <a:off x="1" y="1432655"/>
            <a:ext cx="32866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 SOFTWARE - MODELO 4+1 (UML)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• Vista Desarrollo: diagrama componente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F2F541-5BB3-0CCE-D4F5-98D38996F2A1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430CF63D-739A-7D4C-9857-F6F2F9A41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3750" y="151217"/>
            <a:ext cx="6246137" cy="655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544395"/>
      </p:ext>
    </p:extLst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C42D2-0502-793F-47C8-E9C53D883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52B03E91-DA04-BD10-EE3F-3F74F34365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4A8BB380-7EAD-0B1F-166C-08668C32F9D3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“El mirador”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452C70A-EA12-50FC-6984-344D018D8E28}"/>
              </a:ext>
            </a:extLst>
          </p:cNvPr>
          <p:cNvSpPr txBox="1"/>
          <p:nvPr/>
        </p:nvSpPr>
        <p:spPr>
          <a:xfrm>
            <a:off x="1" y="1432655"/>
            <a:ext cx="32866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 SOFTWARE - MODELO 4+1 (UML)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• Vista Desarrollo: diagrama paquete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63DA4E6A-C253-E740-EA5E-433BA2F7F887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FCE84C4B-105D-804C-0F23-2F7BB43F7F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7715" y="0"/>
            <a:ext cx="5121084" cy="6835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467593"/>
      </p:ext>
    </p:extLst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579DE-5E8B-D1BF-5C52-54FEEACA9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F6AD6942-A222-5E14-DB77-34A32739F2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06D22BD9-5036-135B-E7FD-898BD59C600F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“El mirador”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A9C7D68-1151-AE02-03F2-762DE2E1012F}"/>
              </a:ext>
            </a:extLst>
          </p:cNvPr>
          <p:cNvSpPr txBox="1"/>
          <p:nvPr/>
        </p:nvSpPr>
        <p:spPr>
          <a:xfrm>
            <a:off x="1" y="1432655"/>
            <a:ext cx="32866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 SOFTWARE - MODELO 4+1 (UML)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• Vista Proceso: Actividad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FBA04669-B863-6A58-3CE6-E673FB2D6539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186863E4-737C-48B8-F5DF-A12814CAC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2783" y="992902"/>
            <a:ext cx="4977866" cy="5482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481526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80510-572C-F586-5E92-7D0336BA3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021B4139-3C39-99CF-72BB-1880D9ED2C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F4342E4-A31E-4C42-97E4-B20D44929C99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“El mirador”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D7D54BD-ABD8-CF77-CCEB-2021F8C65378}"/>
              </a:ext>
            </a:extLst>
          </p:cNvPr>
          <p:cNvSpPr txBox="1"/>
          <p:nvPr/>
        </p:nvSpPr>
        <p:spPr>
          <a:xfrm>
            <a:off x="1" y="1432655"/>
            <a:ext cx="328666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ARQUITECTURA DE SOFTWARE - MODELO 4+1 (UML)</a:t>
            </a:r>
          </a:p>
          <a:p>
            <a:pPr algn="ctr"/>
            <a:r>
              <a:rPr lang="es-MX" sz="2400" dirty="0">
                <a:solidFill>
                  <a:schemeClr val="bg2">
                    <a:lumMod val="50000"/>
                  </a:schemeClr>
                </a:solidFill>
              </a:rPr>
              <a:t>• Vista física: despliegue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DE67DB1C-3B67-D8D8-6272-21F65389FFAD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C1C74778-7080-13EA-9A8F-23F045696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467" y="337716"/>
            <a:ext cx="8125091" cy="615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3508500"/>
      </p:ext>
    </p:extLst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“El mirador”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REQUISITOS FUNCIONALES Y NO FUNCIONALES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CuadroTexto 1">
            <a:extLst>
              <a:ext uri="{FF2B5EF4-FFF2-40B4-BE49-F238E27FC236}">
                <a16:creationId xmlns:a16="http://schemas.microsoft.com/office/drawing/2014/main" id="{5F41FF91-A9C0-7405-ECF9-CDC3E44F653E}"/>
              </a:ext>
            </a:extLst>
          </p:cNvPr>
          <p:cNvSpPr txBox="1"/>
          <p:nvPr/>
        </p:nvSpPr>
        <p:spPr>
          <a:xfrm>
            <a:off x="664234" y="2311879"/>
            <a:ext cx="513271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u="sng" dirty="0"/>
              <a:t>Requisitos funcionales:</a:t>
            </a:r>
          </a:p>
          <a:p>
            <a:r>
              <a:rPr lang="es-CL" dirty="0"/>
              <a:t>RF-04: GESTION DE RESIDENTES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Permite registrar, actualizar, desactivar y consultar residentes, manteniendo trazabilidad de los cambios realizados.</a:t>
            </a:r>
          </a:p>
          <a:p>
            <a:r>
              <a:rPr lang="es-CL" dirty="0"/>
              <a:t>RF-20: BUSQUEDA Y FILTROS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Permite localizar residentes mediante búsquedas por distintos criterios y aplicar filtros por estado o tipo de residente.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1FFBB80-456A-D0DD-0B4F-ACD6EFF2842A}"/>
              </a:ext>
            </a:extLst>
          </p:cNvPr>
          <p:cNvSpPr txBox="1"/>
          <p:nvPr/>
        </p:nvSpPr>
        <p:spPr>
          <a:xfrm>
            <a:off x="6202392" y="2311879"/>
            <a:ext cx="540013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u="sng" dirty="0"/>
              <a:t>Requisitos no funcionales:</a:t>
            </a:r>
          </a:p>
          <a:p>
            <a:r>
              <a:rPr lang="es-CL" dirty="0"/>
              <a:t>RNF-10: AUTENTICACION Y CONTROL DE ACCESO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Cada usuario debe acceder únicamente a las funciones e información permitidas según su rol y permisos.</a:t>
            </a:r>
          </a:p>
          <a:p>
            <a:r>
              <a:rPr lang="es-CL" dirty="0"/>
              <a:t>RNF-13: CALIDAD DE LA INFORMACION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L" dirty="0"/>
              <a:t>El sistema debe validar campos obligatorios, formatos y posibles duplicados antes de registrar o actualizar información.</a:t>
            </a:r>
          </a:p>
        </p:txBody>
      </p:sp>
    </p:spTree>
    <p:extLst>
      <p:ext uri="{BB962C8B-B14F-4D97-AF65-F5344CB8AC3E}">
        <p14:creationId xmlns:p14="http://schemas.microsoft.com/office/powerpoint/2010/main" val="2752457618"/>
      </p:ext>
    </p:extLst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54D38248-5D31-85F9-1E0F-4A607BCD5F6A}"/>
              </a:ext>
            </a:extLst>
          </p:cNvPr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PROYECTO “El mirador”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A739E92-330D-944C-ED3E-C7F02FA216B3}"/>
              </a:ext>
            </a:extLst>
          </p:cNvPr>
          <p:cNvSpPr txBox="1"/>
          <p:nvPr/>
        </p:nvSpPr>
        <p:spPr>
          <a:xfrm>
            <a:off x="0" y="679620"/>
            <a:ext cx="121919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3600" dirty="0"/>
              <a:t>ESTÁNDARES DE CALIDAD - ISO25000 Y OTROS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8768D7F4-D478-E252-1441-D950598597DE}"/>
              </a:ext>
            </a:extLst>
          </p:cNvPr>
          <p:cNvCxnSpPr/>
          <p:nvPr/>
        </p:nvCxnSpPr>
        <p:spPr>
          <a:xfrm>
            <a:off x="0" y="758027"/>
            <a:ext cx="4085617" cy="0"/>
          </a:xfrm>
          <a:prstGeom prst="line">
            <a:avLst/>
          </a:prstGeom>
          <a:ln w="158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12B5410A-EFF9-6BD1-31A3-2A9177BE1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705008"/>
              </p:ext>
            </p:extLst>
          </p:nvPr>
        </p:nvGraphicFramePr>
        <p:xfrm>
          <a:off x="731520" y="1455801"/>
          <a:ext cx="1078992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7422">
                <a:tc>
                  <a:txBody>
                    <a:bodyPr/>
                    <a:lstStyle/>
                    <a:p>
                      <a:r>
                        <a:rPr sz="1019" b="1" dirty="0">
                          <a:solidFill>
                            <a:srgbClr val="FFFFFF"/>
                          </a:solidFill>
                        </a:rPr>
                        <a:t>Atributo</a:t>
                      </a:r>
                    </a:p>
                  </a:txBody>
                  <a:tcPr marL="36576" marR="36576" marT="27432" marB="27432">
                    <a:solidFill>
                      <a:srgbClr val="174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</a:rPr>
                        <a:t>Aplicación en el proyecto</a:t>
                      </a:r>
                    </a:p>
                  </a:txBody>
                  <a:tcPr marL="36576" marR="36576" marT="27432" marB="27432">
                    <a:solidFill>
                      <a:srgbClr val="174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1">
                          <a:solidFill>
                            <a:srgbClr val="FFFFFF"/>
                          </a:solidFill>
                        </a:rPr>
                        <a:t>Ejemplo / métrica</a:t>
                      </a:r>
                    </a:p>
                  </a:txBody>
                  <a:tcPr marL="36576" marR="36576" marT="27432" marB="27432">
                    <a:solidFill>
                      <a:srgbClr val="1749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232323"/>
                          </a:solidFill>
                        </a:rPr>
                        <a:t>Usabilidad</a:t>
                      </a:r>
                    </a:p>
                  </a:txBody>
                  <a:tcPr marL="36576" marR="36576" marT="27432" marB="27432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232323"/>
                          </a:solidFill>
                        </a:rPr>
                        <a:t>Interfaz clara y fácil de entender</a:t>
                      </a:r>
                    </a:p>
                  </a:txBody>
                  <a:tcPr marL="36576" marR="36576" marT="27432" marB="27432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 dirty="0" err="1">
                          <a:solidFill>
                            <a:srgbClr val="232323"/>
                          </a:solidFill>
                        </a:rPr>
                        <a:t>Evaluación</a:t>
                      </a:r>
                      <a:r>
                        <a:rPr sz="1019" b="0" dirty="0">
                          <a:solidFill>
                            <a:srgbClr val="232323"/>
                          </a:solidFill>
                        </a:rPr>
                        <a:t> Nielsen </a:t>
                      </a:r>
                      <a:r>
                        <a:rPr sz="1019" b="0" dirty="0" err="1">
                          <a:solidFill>
                            <a:srgbClr val="232323"/>
                          </a:solidFill>
                        </a:rPr>
                        <a:t>sobre</a:t>
                      </a:r>
                      <a:r>
                        <a:rPr sz="1019" b="0" dirty="0">
                          <a:solidFill>
                            <a:srgbClr val="232323"/>
                          </a:solidFill>
                        </a:rPr>
                        <a:t> </a:t>
                      </a:r>
                      <a:r>
                        <a:rPr sz="1019" b="0" dirty="0" err="1">
                          <a:solidFill>
                            <a:srgbClr val="232323"/>
                          </a:solidFill>
                        </a:rPr>
                        <a:t>prototipo</a:t>
                      </a:r>
                      <a:endParaRPr sz="1019" b="0" dirty="0">
                        <a:solidFill>
                          <a:srgbClr val="232323"/>
                        </a:solidFill>
                      </a:endParaRPr>
                    </a:p>
                  </a:txBody>
                  <a:tcPr marL="36576" marR="36576" marT="27432" marB="27432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232323"/>
                          </a:solidFill>
                        </a:rPr>
                        <a:t>Seguridad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232323"/>
                          </a:solidFill>
                        </a:rPr>
                        <a:t>Autenticación y control por roles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232323"/>
                          </a:solidFill>
                        </a:rPr>
                        <a:t>Administrador ≠ Residente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232323"/>
                          </a:solidFill>
                        </a:rPr>
                        <a:t>Rendimiento</a:t>
                      </a:r>
                    </a:p>
                  </a:txBody>
                  <a:tcPr marL="36576" marR="36576" marT="27432" marB="27432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232323"/>
                          </a:solidFill>
                        </a:rPr>
                        <a:t>Respuesta adecuada en flujos principales</a:t>
                      </a:r>
                    </a:p>
                  </a:txBody>
                  <a:tcPr marL="36576" marR="36576" marT="27432" marB="27432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232323"/>
                          </a:solidFill>
                        </a:rPr>
                        <a:t>Operaciones comunes &lt; 3 s</a:t>
                      </a:r>
                    </a:p>
                  </a:txBody>
                  <a:tcPr marL="36576" marR="36576" marT="27432" marB="27432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232323"/>
                          </a:solidFill>
                        </a:rPr>
                        <a:t>Disponibilidad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232323"/>
                          </a:solidFill>
                        </a:rPr>
                        <a:t>Continuidad esperada del sistema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232323"/>
                          </a:solidFill>
                        </a:rPr>
                        <a:t>Meta mensual 99%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7422"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232323"/>
                          </a:solidFill>
                        </a:rPr>
                        <a:t>Mantenibilidad</a:t>
                      </a:r>
                    </a:p>
                  </a:txBody>
                  <a:tcPr marL="36576" marR="36576" marT="27432" marB="27432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232323"/>
                          </a:solidFill>
                        </a:rPr>
                        <a:t>Arquitectura modular por capas</a:t>
                      </a:r>
                    </a:p>
                  </a:txBody>
                  <a:tcPr marL="36576" marR="36576" marT="27432" marB="27432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232323"/>
                          </a:solidFill>
                        </a:rPr>
                        <a:t>Cambios aislados por módulo</a:t>
                      </a:r>
                    </a:p>
                  </a:txBody>
                  <a:tcPr marL="36576" marR="36576" marT="27432" marB="27432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7428"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232323"/>
                          </a:solidFill>
                        </a:rPr>
                        <a:t>Calidad de datos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>
                          <a:solidFill>
                            <a:srgbClr val="232323"/>
                          </a:solidFill>
                        </a:rPr>
                        <a:t>Validación de formularios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19" b="0" dirty="0">
                          <a:solidFill>
                            <a:srgbClr val="232323"/>
                          </a:solidFill>
                        </a:rPr>
                        <a:t>RUT, </a:t>
                      </a:r>
                      <a:r>
                        <a:rPr sz="1019" b="0" dirty="0" err="1">
                          <a:solidFill>
                            <a:srgbClr val="232323"/>
                          </a:solidFill>
                        </a:rPr>
                        <a:t>correo</a:t>
                      </a:r>
                      <a:r>
                        <a:rPr sz="1019" b="0" dirty="0">
                          <a:solidFill>
                            <a:srgbClr val="232323"/>
                          </a:solidFill>
                        </a:rPr>
                        <a:t>, campos </a:t>
                      </a:r>
                      <a:r>
                        <a:rPr sz="1019" b="0" dirty="0" err="1">
                          <a:solidFill>
                            <a:srgbClr val="232323"/>
                          </a:solidFill>
                        </a:rPr>
                        <a:t>obligatorios</a:t>
                      </a:r>
                      <a:endParaRPr sz="1019" b="0" dirty="0">
                        <a:solidFill>
                          <a:srgbClr val="232323"/>
                        </a:solidFill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5368746"/>
      </p:ext>
    </p:extLst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61765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PROTOTIPO DE ALTA FIDELIDAD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CE17086-89A9-A565-89BA-C636CD769271}"/>
              </a:ext>
            </a:extLst>
          </p:cNvPr>
          <p:cNvSpPr txBox="1"/>
          <p:nvPr/>
        </p:nvSpPr>
        <p:spPr>
          <a:xfrm>
            <a:off x="871268" y="1673525"/>
            <a:ext cx="1036895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• Herramienta utilizada para prototipar: FIGMA Y FIGMA MAKE</a:t>
            </a:r>
          </a:p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
• Demostración de flujos principales: VIDEO EN SIGUIENTE DIAPOSITIVA</a:t>
            </a:r>
          </a:p>
          <a:p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
• Requisitos funcionales y no funcionales implementados: </a:t>
            </a:r>
          </a:p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s-MX" u="sng" dirty="0">
                <a:solidFill>
                  <a:schemeClr val="bg2">
                    <a:lumMod val="50000"/>
                  </a:schemeClr>
                </a:solidFill>
              </a:rPr>
              <a:t>RF IMPLEMENTADOS: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RF-04 Gestión de Residentes, RF-20 Búsqueda y Filtros, RF-17 Consulta de información actualizada, RF-18 Consulta de información propia.</a:t>
            </a:r>
          </a:p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  <a:p>
            <a:r>
              <a:rPr lang="es-MX" u="sng" dirty="0">
                <a:solidFill>
                  <a:schemeClr val="bg2">
                    <a:lumMod val="50000"/>
                  </a:schemeClr>
                </a:solidFill>
              </a:rPr>
              <a:t>RNF IMPLEMENTADOS: </a:t>
            </a:r>
            <a:r>
              <a:rPr lang="es-MX" dirty="0">
                <a:solidFill>
                  <a:schemeClr val="bg2">
                    <a:lumMod val="50000"/>
                  </a:schemeClr>
                </a:solidFill>
              </a:rPr>
              <a:t>RNF-10 Control de Acceso, RNF-13 Calidad de Información, RNF-01 Usabilidad y RNF-02 Accesibilidad.</a:t>
            </a:r>
          </a:p>
          <a:p>
            <a:endParaRPr lang="es-MX" dirty="0">
              <a:solidFill>
                <a:schemeClr val="bg2">
                  <a:lumMod val="50000"/>
                </a:schemeClr>
              </a:solidFill>
            </a:endParaRPr>
          </a:p>
          <a:p>
            <a:endParaRPr lang="es-CL" dirty="0">
              <a:solidFill>
                <a:schemeClr val="bg2">
                  <a:lumMod val="50000"/>
                </a:schemeClr>
              </a:solidFill>
            </a:endParaRP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489174681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61765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DEMOSTRACIÓN DEL PROTOTIPO DE ALTA FIDELIDAD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E696FB5-A759-A7DF-1BA9-5A7DC73252F4}"/>
              </a:ext>
            </a:extLst>
          </p:cNvPr>
          <p:cNvSpPr txBox="1"/>
          <p:nvPr/>
        </p:nvSpPr>
        <p:spPr>
          <a:xfrm>
            <a:off x="2812211" y="2096219"/>
            <a:ext cx="4615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https://youtu.be/W7s-vCWN9GY</a:t>
            </a:r>
          </a:p>
        </p:txBody>
      </p:sp>
    </p:spTree>
    <p:extLst>
      <p:ext uri="{BB962C8B-B14F-4D97-AF65-F5344CB8AC3E}">
        <p14:creationId xmlns:p14="http://schemas.microsoft.com/office/powerpoint/2010/main" val="44538678"/>
      </p:ext>
    </p:extLst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682717"/>
            <a:ext cx="121919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HEURISTICA DE NIELSEN Y CASOS DE PRUEBA (ISO25000)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4AF9C24-09F2-4F5D-678D-25198C27B8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89564"/>
            <a:ext cx="12192000" cy="247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893737"/>
      </p:ext>
    </p:extLst>
  </p:cSld>
  <p:clrMapOvr>
    <a:masterClrMapping/>
  </p:clrMapOvr>
  <p:transition spd="slow">
    <p:wip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8E26B-B7D4-2F15-0EA7-8EF515164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00830C18-86AA-D5DE-CF47-004D358114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D72FF61-40CF-F43B-3092-5B0B3AA08E2C}"/>
              </a:ext>
            </a:extLst>
          </p:cNvPr>
          <p:cNvSpPr txBox="1"/>
          <p:nvPr/>
        </p:nvSpPr>
        <p:spPr>
          <a:xfrm>
            <a:off x="1" y="682717"/>
            <a:ext cx="1219199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HEURISTICA DE NIELSEN Y CASOS DE PRUEBA (ISO25000)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E49F34A-7E27-ED58-7FAC-02FDBDF6A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5847" y="849406"/>
            <a:ext cx="10440305" cy="5159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863069"/>
      </p:ext>
    </p:extLst>
  </p:cSld>
  <p:clrMapOvr>
    <a:masterClrMapping/>
  </p:clrMapOvr>
  <p:transition spd="slow">
    <p:wip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1" y="765550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ACCIONES DE MEJORA Y CONTROL DE VERSIONES</a:t>
            </a:r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8A258FC6-4877-5070-75DE-265D49897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951821"/>
              </p:ext>
            </p:extLst>
          </p:nvPr>
        </p:nvGraphicFramePr>
        <p:xfrm>
          <a:off x="496018" y="181241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050" b="1" dirty="0" err="1">
                          <a:solidFill>
                            <a:srgbClr val="FFFFFF"/>
                          </a:solidFill>
                        </a:rPr>
                        <a:t>Versión</a:t>
                      </a:r>
                      <a:endParaRPr sz="1050" b="1" dirty="0">
                        <a:solidFill>
                          <a:srgbClr val="FFFFFF"/>
                        </a:solidFill>
                      </a:endParaRPr>
                    </a:p>
                  </a:txBody>
                  <a:tcPr marL="36576" marR="36576" marT="27432" marB="27432">
                    <a:solidFill>
                      <a:srgbClr val="174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 dirty="0" err="1">
                          <a:solidFill>
                            <a:srgbClr val="FFFFFF"/>
                          </a:solidFill>
                        </a:rPr>
                        <a:t>Descripción</a:t>
                      </a:r>
                      <a:endParaRPr sz="1050" b="1" dirty="0">
                        <a:solidFill>
                          <a:srgbClr val="FFFFFF"/>
                        </a:solidFill>
                      </a:endParaRPr>
                    </a:p>
                  </a:txBody>
                  <a:tcPr marL="36576" marR="36576" marT="27432" marB="27432">
                    <a:solidFill>
                      <a:srgbClr val="1749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Cambios principales</a:t>
                      </a:r>
                    </a:p>
                  </a:txBody>
                  <a:tcPr marL="36576" marR="36576" marT="27432" marB="27432">
                    <a:solidFill>
                      <a:srgbClr val="1749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2323"/>
                          </a:solidFill>
                        </a:rPr>
                        <a:t>v1.0</a:t>
                      </a:r>
                    </a:p>
                  </a:txBody>
                  <a:tcPr marL="36576" marR="36576" marT="27432" marB="27432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2323"/>
                          </a:solidFill>
                        </a:rPr>
                        <a:t>Prototipo inicial</a:t>
                      </a:r>
                    </a:p>
                  </a:txBody>
                  <a:tcPr marL="36576" marR="36576" marT="27432" marB="27432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2323"/>
                          </a:solidFill>
                        </a:rPr>
                        <a:t>Login, panel, registro, edición y consulta</a:t>
                      </a:r>
                    </a:p>
                  </a:txBody>
                  <a:tcPr marL="36576" marR="36576" marT="27432" marB="27432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2323"/>
                          </a:solidFill>
                        </a:rPr>
                        <a:t>v1.2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2323"/>
                          </a:solidFill>
                        </a:rPr>
                        <a:t>Evaluación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2323"/>
                          </a:solidFill>
                        </a:rPr>
                        <a:t>Hallazgos Nielsen y recomendaciones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2323"/>
                          </a:solidFill>
                        </a:rPr>
                        <a:t>v2.0</a:t>
                      </a:r>
                    </a:p>
                  </a:txBody>
                  <a:tcPr marL="36576" marR="36576" marT="27432" marB="27432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2323"/>
                          </a:solidFill>
                        </a:rPr>
                        <a:t>Prototipo mejorado</a:t>
                      </a:r>
                    </a:p>
                  </a:txBody>
                  <a:tcPr marL="36576" marR="36576" marT="27432" marB="27432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2323"/>
                          </a:solidFill>
                        </a:rPr>
                        <a:t>Validaciones, filtros, confirmaciones y estados alternativos</a:t>
                      </a:r>
                    </a:p>
                  </a:txBody>
                  <a:tcPr marL="36576" marR="36576" marT="27432" marB="27432"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2323"/>
                          </a:solidFill>
                        </a:rPr>
                        <a:t>v2.1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32323"/>
                          </a:solidFill>
                        </a:rPr>
                        <a:t>Validación final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 err="1">
                          <a:solidFill>
                            <a:srgbClr val="232323"/>
                          </a:solidFill>
                        </a:rPr>
                        <a:t>Pruebas</a:t>
                      </a:r>
                      <a:r>
                        <a:rPr sz="1050" b="0" dirty="0">
                          <a:solidFill>
                            <a:srgbClr val="232323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32323"/>
                          </a:solidFill>
                        </a:rPr>
                        <a:t>funcionales</a:t>
                      </a:r>
                      <a:r>
                        <a:rPr sz="1050" b="0" dirty="0">
                          <a:solidFill>
                            <a:srgbClr val="232323"/>
                          </a:solidFill>
                        </a:rPr>
                        <a:t> </a:t>
                      </a:r>
                      <a:r>
                        <a:rPr sz="1050" b="0" dirty="0" err="1">
                          <a:solidFill>
                            <a:srgbClr val="232323"/>
                          </a:solidFill>
                        </a:rPr>
                        <a:t>aprobadas</a:t>
                      </a:r>
                      <a:endParaRPr sz="1050" b="0" dirty="0">
                        <a:solidFill>
                          <a:srgbClr val="232323"/>
                        </a:solidFill>
                      </a:endParaRP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B2DFEF47-454A-70BB-32F0-5B762024CA91}"/>
              </a:ext>
            </a:extLst>
          </p:cNvPr>
          <p:cNvSpPr/>
          <p:nvPr/>
        </p:nvSpPr>
        <p:spPr>
          <a:xfrm>
            <a:off x="349370" y="4833029"/>
            <a:ext cx="5257800" cy="1371600"/>
          </a:xfrm>
          <a:prstGeom prst="roundRect">
            <a:avLst/>
          </a:prstGeom>
          <a:solidFill>
            <a:srgbClr val="DDEBF7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E306AA33-BB67-DE1F-0E58-5531CD5A77FB}"/>
              </a:ext>
            </a:extLst>
          </p:cNvPr>
          <p:cNvSpPr txBox="1"/>
          <p:nvPr/>
        </p:nvSpPr>
        <p:spPr>
          <a:xfrm>
            <a:off x="496018" y="5427389"/>
            <a:ext cx="4928616" cy="777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250" b="0">
                <a:solidFill>
                  <a:srgbClr val="232323"/>
                </a:solidFill>
              </a:defRPr>
            </a:pPr>
            <a:r>
              <a:rPr dirty="0"/>
              <a:t>Se </a:t>
            </a:r>
            <a:r>
              <a:rPr dirty="0" err="1"/>
              <a:t>utilizó</a:t>
            </a:r>
            <a:r>
              <a:rPr dirty="0"/>
              <a:t> el </a:t>
            </a:r>
            <a:r>
              <a:rPr dirty="0" err="1"/>
              <a:t>historial</a:t>
            </a:r>
            <a:r>
              <a:rPr dirty="0"/>
              <a:t> de </a:t>
            </a:r>
            <a:r>
              <a:rPr dirty="0" err="1"/>
              <a:t>versiones</a:t>
            </a:r>
            <a:r>
              <a:rPr dirty="0"/>
              <a:t> de Figma para </a:t>
            </a:r>
            <a:r>
              <a:rPr dirty="0" err="1"/>
              <a:t>conservar</a:t>
            </a:r>
            <a:r>
              <a:rPr dirty="0"/>
              <a:t> y </a:t>
            </a:r>
            <a:r>
              <a:rPr dirty="0" err="1"/>
              <a:t>comparar</a:t>
            </a:r>
            <a:r>
              <a:rPr dirty="0"/>
              <a:t> la </a:t>
            </a:r>
            <a:r>
              <a:rPr dirty="0" err="1"/>
              <a:t>evolución</a:t>
            </a:r>
            <a:r>
              <a:rPr dirty="0"/>
              <a:t> del </a:t>
            </a:r>
            <a:r>
              <a:rPr dirty="0" err="1"/>
              <a:t>prototipo</a:t>
            </a:r>
            <a:r>
              <a:rPr dirty="0"/>
              <a:t>.</a:t>
            </a:r>
          </a:p>
        </p:txBody>
      </p:sp>
      <p:sp>
        <p:nvSpPr>
          <p:cNvPr id="12" name="TextBox 6">
            <a:extLst>
              <a:ext uri="{FF2B5EF4-FFF2-40B4-BE49-F238E27FC236}">
                <a16:creationId xmlns:a16="http://schemas.microsoft.com/office/drawing/2014/main" id="{D51AF9B0-0AA9-0D88-D5F8-A7CF7DD6F622}"/>
              </a:ext>
            </a:extLst>
          </p:cNvPr>
          <p:cNvSpPr txBox="1"/>
          <p:nvPr/>
        </p:nvSpPr>
        <p:spPr>
          <a:xfrm>
            <a:off x="496018" y="4968640"/>
            <a:ext cx="4928616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1">
                <a:solidFill>
                  <a:srgbClr val="174978"/>
                </a:solidFill>
              </a:defRPr>
            </a:pPr>
            <a:r>
              <a:rPr dirty="0" err="1"/>
              <a:t>Herramienta</a:t>
            </a:r>
            <a:r>
              <a:rPr dirty="0"/>
              <a:t> de </a:t>
            </a:r>
            <a:r>
              <a:rPr dirty="0" err="1"/>
              <a:t>versionamiento</a:t>
            </a:r>
            <a:endParaRPr dirty="0"/>
          </a:p>
        </p:txBody>
      </p:sp>
      <p:sp>
        <p:nvSpPr>
          <p:cNvPr id="14" name="Rounded Rectangle 8">
            <a:extLst>
              <a:ext uri="{FF2B5EF4-FFF2-40B4-BE49-F238E27FC236}">
                <a16:creationId xmlns:a16="http://schemas.microsoft.com/office/drawing/2014/main" id="{75D56F2C-893F-BEE7-2872-888B8B4140DE}"/>
              </a:ext>
            </a:extLst>
          </p:cNvPr>
          <p:cNvSpPr/>
          <p:nvPr/>
        </p:nvSpPr>
        <p:spPr>
          <a:xfrm>
            <a:off x="6211018" y="4833029"/>
            <a:ext cx="5257800" cy="1371600"/>
          </a:xfrm>
          <a:prstGeom prst="roundRect">
            <a:avLst/>
          </a:prstGeom>
          <a:solidFill>
            <a:srgbClr val="E2EFDA"/>
          </a:solidFill>
          <a:ln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0">
            <a:extLst>
              <a:ext uri="{FF2B5EF4-FFF2-40B4-BE49-F238E27FC236}">
                <a16:creationId xmlns:a16="http://schemas.microsoft.com/office/drawing/2014/main" id="{E125A335-6931-5794-2197-5697A4C0D09E}"/>
              </a:ext>
            </a:extLst>
          </p:cNvPr>
          <p:cNvSpPr txBox="1"/>
          <p:nvPr/>
        </p:nvSpPr>
        <p:spPr>
          <a:xfrm>
            <a:off x="6375610" y="5427389"/>
            <a:ext cx="4928616" cy="7772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250" b="0">
                <a:solidFill>
                  <a:srgbClr val="232323"/>
                </a:solidFill>
              </a:defRPr>
            </a:pPr>
            <a:r>
              <a:rPr dirty="0" err="1"/>
              <a:t>Prototipo</a:t>
            </a:r>
            <a:r>
              <a:rPr dirty="0"/>
              <a:t> final, </a:t>
            </a:r>
            <a:r>
              <a:rPr dirty="0" err="1"/>
              <a:t>evaluación</a:t>
            </a:r>
            <a:r>
              <a:rPr dirty="0"/>
              <a:t> Nielsen, </a:t>
            </a:r>
            <a:r>
              <a:rPr dirty="0" err="1"/>
              <a:t>registro</a:t>
            </a:r>
            <a:r>
              <a:rPr dirty="0"/>
              <a:t> de </a:t>
            </a:r>
            <a:r>
              <a:rPr dirty="0" err="1"/>
              <a:t>pruebas</a:t>
            </a:r>
            <a:r>
              <a:rPr dirty="0"/>
              <a:t>, </a:t>
            </a:r>
            <a:r>
              <a:rPr dirty="0" err="1"/>
              <a:t>historial</a:t>
            </a:r>
            <a:r>
              <a:rPr dirty="0"/>
              <a:t> de </a:t>
            </a:r>
            <a:r>
              <a:rPr dirty="0" err="1"/>
              <a:t>versiones</a:t>
            </a:r>
            <a:r>
              <a:rPr dirty="0"/>
              <a:t> y </a:t>
            </a:r>
            <a:r>
              <a:rPr dirty="0" err="1"/>
              <a:t>comparación</a:t>
            </a:r>
            <a:r>
              <a:rPr dirty="0"/>
              <a:t> v1 → v2.</a:t>
            </a: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21C445C5-03CC-D099-CBDF-BAB4E99F3467}"/>
              </a:ext>
            </a:extLst>
          </p:cNvPr>
          <p:cNvSpPr txBox="1"/>
          <p:nvPr/>
        </p:nvSpPr>
        <p:spPr>
          <a:xfrm>
            <a:off x="6375610" y="4968640"/>
            <a:ext cx="4928616" cy="32004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>
              <a:defRPr sz="1500" b="1">
                <a:solidFill>
                  <a:srgbClr val="174978"/>
                </a:solidFill>
              </a:defRPr>
            </a:pPr>
            <a:r>
              <a:rPr dirty="0" err="1"/>
              <a:t>Artefactos</a:t>
            </a:r>
            <a:r>
              <a:rPr dirty="0"/>
              <a:t> de </a:t>
            </a:r>
            <a:r>
              <a:rPr dirty="0" err="1"/>
              <a:t>aceptación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66268508"/>
      </p:ext>
    </p:extLst>
  </p:cSld>
  <p:clrMapOvr>
    <a:masterClrMapping/>
  </p:clrMapOvr>
  <p:transition spd="slow">
    <p:wip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EscuelaIT Duoc UC - Escuela de Informática y Telecomunicaciones Duoc UC - Duoc  UC | LinkedIn">
            <a:extLst>
              <a:ext uri="{FF2B5EF4-FFF2-40B4-BE49-F238E27FC236}">
                <a16:creationId xmlns:a16="http://schemas.microsoft.com/office/drawing/2014/main" id="{DBCE0F62-5978-5D25-A8E3-872B6D0A9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2152" y="207550"/>
            <a:ext cx="3141406" cy="785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3B5815F-4341-2A3D-A22D-8F6657D201F3}"/>
              </a:ext>
            </a:extLst>
          </p:cNvPr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400" dirty="0"/>
              <a:t>PREGUNTAS DE LA COMISIÓN</a:t>
            </a:r>
          </a:p>
        </p:txBody>
      </p:sp>
    </p:spTree>
    <p:extLst>
      <p:ext uri="{BB962C8B-B14F-4D97-AF65-F5344CB8AC3E}">
        <p14:creationId xmlns:p14="http://schemas.microsoft.com/office/powerpoint/2010/main" val="4158079731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1273</Words>
  <Application>Microsoft Office PowerPoint</Application>
  <PresentationFormat>Panorámica</PresentationFormat>
  <Paragraphs>193</Paragraphs>
  <Slides>23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Gerardo Galan Cruz</dc:creator>
  <cp:lastModifiedBy>benjamin perez henriquez</cp:lastModifiedBy>
  <cp:revision>10</cp:revision>
  <dcterms:created xsi:type="dcterms:W3CDTF">2023-10-28T21:12:11Z</dcterms:created>
  <dcterms:modified xsi:type="dcterms:W3CDTF">2026-07-10T11:44:45Z</dcterms:modified>
</cp:coreProperties>
</file>